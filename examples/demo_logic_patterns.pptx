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9"/>
    <p:sldId id="257" r:id="rId10"/>
    <p:sldId id="258" r:id="rId8"/>
    <p:sldId id="259" r:id="rId7"/>
    <p:sldId id="260" r:id="rId6"/>
    <p:sldId id="261" r:id="rId4"/>
    <p:sldId id="262" r:id="rId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42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jf" initials="M" lastIdx="1" clrIdx="0"/>
  <p:cmAuthor id="757" name="未知用户381" initials="未" lastIdx="1" clrIdx="0"/>
  <p:cmAuthor id="1" name="qiu zixuan" initials="qz" lastIdx="1" clrIdx="0"/>
  <p:cmAuthor id="758" name="未知用户382" initials="未" lastIdx="1" clrIdx="0"/>
  <p:cmAuthor id="2" name="EDZ" initials="E" lastIdx="1" clrIdx="1"/>
  <p:cmAuthor id="759" name="未知用户383" initials="未" lastIdx="1" clrIdx="0"/>
  <p:cmAuthor id="3" name="Pei Chang(联通集团信息化事业部)" initials="PC" lastIdx="0" clrIdx="2"/>
  <p:cmAuthor id="760" name="未知用户384" initials="未" lastIdx="1" clrIdx="0"/>
  <p:cmAuthor id="4" name="Xing Zhang" initials="XZ" lastIdx="1" clrIdx="3"/>
  <p:cmAuthor id="761" name="未知用户294" initials="未" lastIdx="8" clrIdx="0"/>
  <p:cmAuthor id="5" name="Jet 张" initials="J张" lastIdx="1" clrIdx="3"/>
  <p:cmAuthor id="762" name="未知用户385" initials="未" lastIdx="2" clrIdx="0"/>
  <p:cmAuthor id="6" name="Administrator" initials="A" lastIdx="1" clrIdx="5"/>
  <p:cmAuthor id="763" name="未知用户386" initials="未" lastIdx="1" clrIdx="1"/>
  <p:cmAuthor id="7" name="gd-zengxy10@outlook.com" initials="g" lastIdx="1" clrIdx="6"/>
  <p:cmAuthor id="764" name="未知用户429" initials="未" lastIdx="1" clrIdx="0"/>
  <p:cmAuthor id="8" name="AW" initials="A" lastIdx="1" clrIdx="7"/>
  <p:cmAuthor id="9" name="lixr110" initials="l" lastIdx="1" clrIdx="8"/>
  <p:cmAuthor id="766" name="未知用户430" initials="未" lastIdx="2" clrIdx="0"/>
  <p:cmAuthor id="10" name="unicom" initials="u" lastIdx="1" clrIdx="9"/>
  <p:cmAuthor id="767" name="未知用户389" initials="未" lastIdx="1" clrIdx="0"/>
  <p:cmAuthor id="11" name="A4512" initials="A" lastIdx="1" clrIdx="10"/>
  <p:cmAuthor id="768" name="未知用户350" initials="未" lastIdx="1" clrIdx="0"/>
  <p:cmAuthor id="12" name="郭俊明" initials="WU" lastIdx="1" clrIdx="11"/>
  <p:cmAuthor id="769" name="未知用户431" initials="未" lastIdx="1" clrIdx="0"/>
  <p:cmAuthor id="13" name="chen trista" initials="ct" lastIdx="1" clrIdx="12"/>
  <p:cmAuthor id="770" name="未知用户351" initials="未" lastIdx="8" clrIdx="0"/>
  <p:cmAuthor id="14" name="李岩（IT）" initials="李" lastIdx="2" clrIdx="13"/>
  <p:cmAuthor id="771" name="未知用户432" initials="未" lastIdx="1" clrIdx="0"/>
  <p:cmAuthor id="15" name="changwei" initials="c" lastIdx="3" clrIdx="14"/>
  <p:cmAuthor id="772" name="未知用户392" initials="未" lastIdx="1" clrIdx="0"/>
  <p:cmAuthor id="16" name="周辉" initials="周" lastIdx="1" clrIdx="15"/>
  <p:cmAuthor id="773" name="未知用户433" initials="未" lastIdx="1" clrIdx="0"/>
  <p:cmAuthor id="17" name="ccb" initials="c" lastIdx="1" clrIdx="0"/>
  <p:cmAuthor id="774" name="未知用户434" initials="未" lastIdx="1" clrIdx="0"/>
  <p:cmAuthor id="18" name="sx_xuzx" initials="s" lastIdx="26" clrIdx="17"/>
  <p:cmAuthor id="775" name="未知用户393" initials="未" lastIdx="11" clrIdx="0"/>
  <p:cmAuthor id="19" name="tplife" initials="t" lastIdx="2" clrIdx="0"/>
  <p:cmAuthor id="776" name="未知用户435" initials="未" lastIdx="7" clrIdx="1"/>
  <p:cmAuthor id="20" name="孟 昕" initials="孟" lastIdx="1" clrIdx="18"/>
  <p:cmAuthor id="777" name="未知用户356" initials="未" lastIdx="1" clrIdx="2"/>
  <p:cmAuthor id="21" name="admin" initials="a" lastIdx="4" clrIdx="20"/>
  <p:cmAuthor id="778" name="未知用户436" initials="未" lastIdx="1" clrIdx="0"/>
  <p:cmAuthor id="22" name="Redeker, Yolanda" initials="R" lastIdx="9" clrIdx="1"/>
  <p:cmAuthor id="1411827" name="黄晓平" initials="黄" lastIdx="0" clrIdx="0"/>
  <p:cmAuthor id="779" name="未知用户396" initials="未" lastIdx="1" clrIdx="0"/>
  <p:cmAuthor id="23" name="zhangxy833" initials="z" lastIdx="1" clrIdx="22"/>
  <p:cmAuthor id="1411828" name="徐琳00159163" initials="徐琳00159163" lastIdx="1" clrIdx="37"/>
  <p:cmAuthor id="780" name="未知用户437" initials="未" lastIdx="1" clrIdx="1"/>
  <p:cmAuthor id="24" name="suochuqiao" initials="s" lastIdx="1" clrIdx="23"/>
  <p:cmAuthor id="1411829" name="任涛10036216" initials="任涛10036216" lastIdx="1" clrIdx="41"/>
  <p:cmAuthor id="781" name="未知用户397" initials="未" lastIdx="1" clrIdx="0"/>
  <p:cmAuthor id="25" name="Tao, Sherry Sitong" initials="T" lastIdx="1" clrIdx="14"/>
  <p:cmAuthor id="782" name="未知用户419" initials="未" lastIdx="1" clrIdx="0"/>
  <p:cmAuthor id="26" name="Xin Wang (IB)" initials="X" lastIdx="7" clrIdx="0"/>
  <p:cmAuthor id="783" name="未知用户399" initials="未" lastIdx="2" clrIdx="0"/>
  <p:cmAuthor id="191251535" name="沈霄雷" initials="沈" lastIdx="833089" clrIdx="0"/>
  <p:cmAuthor id="784" name="未知用户438" initials="未" lastIdx="7" clrIdx="1"/>
  <p:cmAuthor id="27" name="hj" initials="h" lastIdx="2" clrIdx="2"/>
  <p:cmAuthor id="191251536" name="张钰" initials="张" lastIdx="1" clrIdx="25"/>
  <p:cmAuthor id="785" name="未知用户401" initials="未" lastIdx="43" clrIdx="1"/>
  <p:cmAuthor id="28" name="IKKI" initials="I" lastIdx="1" clrIdx="0"/>
  <p:cmAuthor id="191251537" name="韩国鹏" initials="A" lastIdx="1" clrIdx="25"/>
  <p:cmAuthor id="786" name="未知用户402" initials="未" lastIdx="1" clrIdx="0"/>
  <p:cmAuthor id="29" name="於宝泉" initials="於" lastIdx="0" clrIdx="2"/>
  <p:cmAuthor id="191251538" name="y x" initials="yx" lastIdx="1" clrIdx="34"/>
  <p:cmAuthor id="787" name="未知用户403" initials="未" lastIdx="1" clrIdx="0"/>
  <p:cmAuthor id="30" name="CAOH16" initials="C" lastIdx="1" clrIdx="29"/>
  <p:cmAuthor id="191251539" name="席琛" initials="" lastIdx="0" clrIdx="58"/>
  <p:cmAuthor id="788" name="未知用户327" initials="未" lastIdx="1" clrIdx="0"/>
  <p:cmAuthor id="31" name="limy709" initials="l" lastIdx="1" clrIdx="30"/>
  <p:cmAuthor id="191251540" name="韩剑侠" initials="P" lastIdx="1" clrIdx="41"/>
  <p:cmAuthor id="789" name="未知用户404" initials="未" lastIdx="1" clrIdx="0"/>
  <p:cmAuthor id="32" name="10033224" initials="1" lastIdx="1" clrIdx="31"/>
  <p:cmAuthor id="33" name="屈克" initials="屈" lastIdx="1" clrIdx="32"/>
  <p:cmAuthor id="790" name="未知用户405" initials="未" lastIdx="1" clrIdx="0"/>
  <p:cmAuthor id="34" name="马媛" initials="马" lastIdx="1" clrIdx="33"/>
  <p:cmAuthor id="791" name="未知用户439" initials="未" lastIdx="2" clrIdx="0"/>
  <p:cmAuthor id="35" name="Lenovo" initials="L" lastIdx="16" clrIdx="35"/>
  <p:cmAuthor id="792" name="未知用户406" initials="未" lastIdx="0" clrIdx="0"/>
  <p:cmAuthor id="475196944" name="姚琳" initials="姚" lastIdx="1133934" clrIdx="0"/>
  <p:cmAuthor id="36" name="86186" initials="8" lastIdx="2" clrIdx="35"/>
  <p:cmAuthor id="793" name="未知用户440" initials="未" lastIdx="1" clrIdx="0"/>
  <p:cmAuthor id="475196945" name="chen" initials="c" lastIdx="1" clrIdx="2"/>
  <p:cmAuthor id="37" name="黄珂10009187" initials="黄珂10009187" lastIdx="1" clrIdx="37"/>
  <p:cmAuthor id="794" name="未知用户441" initials="未" lastIdx="1" clrIdx="0"/>
  <p:cmAuthor id="38" name="Gao" initials="G" lastIdx="1" clrIdx="37"/>
  <p:cmAuthor id="795" name="未知用户442" initials="未" lastIdx="1" clrIdx="0"/>
  <p:cmAuthor id="39" name="10206899" initials="1" lastIdx="1" clrIdx="38"/>
  <p:cmAuthor id="796" name="未知用户409" initials="未" lastIdx="2" clrIdx="2"/>
  <p:cmAuthor id="40" name="10133177" initials="1" lastIdx="1" clrIdx="39"/>
  <p:cmAuthor id="797" name="未知用户443" initials="未" lastIdx="1" clrIdx="0"/>
  <p:cmAuthor id="41" name="10072453" initials="1" lastIdx="1" clrIdx="40"/>
  <p:cmAuthor id="798" name="未知用户411" initials="未" lastIdx="3" clrIdx="1"/>
  <p:cmAuthor id="42" name="未知的使用者77" initials="" lastIdx="1" clrIdx="0"/>
  <p:cmAuthor id="799" name="未知用户444" initials="未" lastIdx="6" clrIdx="0"/>
  <p:cmAuthor id="43" name="未知的使用者92" initials="" lastIdx="1" clrIdx="0"/>
  <p:cmAuthor id="800" name="未知用户413" initials="未" lastIdx="1" clrIdx="1"/>
  <p:cmAuthor id="44" name="未知的使用者78" initials="" lastIdx="5" clrIdx="1"/>
  <p:cmAuthor id="801" name="未知用户445" initials="未" lastIdx="1" clrIdx="0"/>
  <p:cmAuthor id="45" name="10285602" initials="1" lastIdx="1" clrIdx="44"/>
  <p:cmAuthor id="802" name="未知用户446" initials="未" lastIdx="1" clrIdx="0"/>
  <p:cmAuthor id="46" name="未知的使用者79" initials="" lastIdx="0" clrIdx="1"/>
  <p:cmAuthor id="803" name="未知用户447" initials="未" lastIdx="1" clrIdx="0"/>
  <p:cmAuthor id="47" name="未知用户107" initials="" lastIdx="1" clrIdx="0"/>
  <p:cmAuthor id="804" name="未知用户448" initials="未" lastIdx="1" clrIdx="0"/>
  <p:cmAuthor id="48" name="未知的使用者80" initials="" lastIdx="0" clrIdx="0"/>
  <p:cmAuthor id="805" name="未知用户333" initials="未" lastIdx="1" clrIdx="0"/>
  <p:cmAuthor id="49" name="未知用户51" initials="" lastIdx="1" clrIdx="1"/>
  <p:cmAuthor id="806" name="未知用户417" initials="未" lastIdx="1" clrIdx="0"/>
  <p:cmAuthor id="50" name="未知的使用者82" initials="" lastIdx="1" clrIdx="0"/>
  <p:cmAuthor id="807" name="未知用户449" initials="未" lastIdx="1" clrIdx="0"/>
  <p:cmAuthor id="51" name="MLOONG" initials="M" lastIdx="1" clrIdx="0"/>
  <p:cmAuthor id="808" name="未知用户418" initials="未" lastIdx="1" clrIdx="0"/>
  <p:cmAuthor id="52" name="未知的使用者83" initials="" lastIdx="1" clrIdx="0"/>
  <p:cmAuthor id="809" name="未知用户450" initials="未" lastIdx="6" clrIdx="0"/>
  <p:cmAuthor id="53" name="未知的使用者118" initials="" lastIdx="1" clrIdx="0"/>
  <p:cmAuthor id="810" name="未知用户423" initials="未" lastIdx="0" clrIdx="0"/>
  <p:cmAuthor id="54" name="未知的使用者84" initials="" lastIdx="1" clrIdx="1"/>
  <p:cmAuthor id="811" name="未知用户424" initials="未" lastIdx="5" clrIdx="0"/>
  <p:cmAuthor id="55" name="未知的使用者70" initials="" lastIdx="1" clrIdx="0"/>
  <p:cmAuthor id="812" name="未知用户425" initials="未" lastIdx="3" clrIdx="1"/>
  <p:cmAuthor id="56" name="未知的使用者85" initials="" lastIdx="1" clrIdx="0"/>
  <p:cmAuthor id="813" name="未知用户451" initials="未" lastIdx="1" clrIdx="0"/>
  <p:cmAuthor id="57" name="未知的使用者40" initials="" lastIdx="1" clrIdx="0"/>
  <p:cmAuthor id="814" name="未知用户452" initials="未" lastIdx="1" clrIdx="0"/>
  <p:cmAuthor id="58" name="未知的使用者87" initials="" lastIdx="1" clrIdx="0"/>
  <p:cmAuthor id="815" name="未知用户453" initials="未" lastIdx="1" clrIdx="0"/>
  <p:cmAuthor id="59" name="曾红" initials="" lastIdx="0" clrIdx="0"/>
  <p:cmAuthor id="816" name="未知用户454" initials="未" lastIdx="1" clrIdx="2"/>
  <p:cmAuthor id="60" name="未知的使用者90" initials="" lastIdx="8" clrIdx="0"/>
  <p:cmAuthor id="817" name="未知用户455" initials="未" lastIdx="1" clrIdx="0"/>
  <p:cmAuthor id="61" name="未知的使用者29" initials="" lastIdx="1" clrIdx="0"/>
  <p:cmAuthor id="818" name="未知用户456" initials="未" lastIdx="2" clrIdx="0"/>
  <p:cmAuthor id="62" name="未知的使用者91" initials="" lastIdx="1" clrIdx="0"/>
  <p:cmAuthor id="819" name="未知用户457" initials="未" lastIdx="10" clrIdx="0"/>
  <p:cmAuthor id="63" name="未知的使用者98" initials="" lastIdx="1" clrIdx="0"/>
  <p:cmAuthor id="820" name="未知用户458" initials="未" lastIdx="1" clrIdx="0"/>
  <p:cmAuthor id="64" name="CHRISYU" initials="" lastIdx="1" clrIdx="0"/>
  <p:cmAuthor id="821" name="風輕 雲淡" initials="風輕" lastIdx="1" clrIdx="511"/>
  <p:cmAuthor id="65" name="未知的使用者113" initials="" lastIdx="1" clrIdx="2"/>
  <p:cmAuthor id="822" name="liu yuhang" initials="ly" lastIdx="18" clrIdx="545"/>
  <p:cmAuthor id="66" name="liucunri" initials="" lastIdx="1" clrIdx="0"/>
  <p:cmAuthor id="67" name="未知用户9" initials="" lastIdx="1" clrIdx="0"/>
  <p:cmAuthor id="68" name="Unknown User48" initials="" lastIdx="8" clrIdx="0"/>
  <p:cmAuthor id="69" name="未知用户103" initials="" lastIdx="1" clrIdx="0"/>
  <p:cmAuthor id="70" name="Unknown User52" initials="" lastIdx="1" clrIdx="0"/>
  <p:cmAuthor id="71" name="未知的使用者42" initials="" lastIdx="1" clrIdx="0"/>
  <p:cmAuthor id="72" name="Unknown User50" initials="" lastIdx="1" clrIdx="0"/>
  <p:cmAuthor id="73" name="未知的使用者120" initials="" lastIdx="1" clrIdx="0"/>
  <p:cmAuthor id="74" name="px" initials="" lastIdx="3" clrIdx="1"/>
  <p:cmAuthor id="75" name="作者" initials="A" lastIdx="0" clrIdx="24"/>
  <p:cmAuthor id="76" name="康孟海" initials="kangmh6" lastIdx="1" clrIdx="34"/>
  <p:cmAuthor id="77" name="zheng zheng" initials="zz" lastIdx="1" clrIdx="26"/>
  <p:cmAuthor id="78" name="Lina Hang(联通上海市上海市分公司)" initials="LH" lastIdx="2" clrIdx="27"/>
  <p:cmAuthor id="79" name="微软用户" initials="" lastIdx="1" clrIdx="0"/>
  <p:cmAuthor id="80" name="未知的使用者73" initials="" lastIdx="1" clrIdx="0"/>
  <p:cmAuthor id="81" name="未知的使用者24" initials="" lastIdx="8" clrIdx="0"/>
  <p:cmAuthor id="82" name="未知用户16" initials="" lastIdx="1" clrIdx="0"/>
  <p:cmAuthor id="83" name="Mary Feil-Jacobs" initials="" lastIdx="43" clrIdx="1"/>
  <p:cmAuthor id="84" name="LiuHui" initials="" lastIdx="1" clrIdx="0"/>
  <p:cmAuthor id="85" name="未知的使用者45" initials="" lastIdx="1" clrIdx="0"/>
  <p:cmAuthor id="86" name="王鹏凯" initials="" lastIdx="1" clrIdx="0"/>
  <p:cmAuthor id="87" name="未知用户104" initials="" lastIdx="1" clrIdx="0"/>
  <p:cmAuthor id="88" name="未知用户5" initials="" lastIdx="1" clrIdx="0"/>
  <p:cmAuthor id="89" name="未知的使用者10" initials="" lastIdx="3" clrIdx="1"/>
  <p:cmAuthor id="90" name="未知的使用者93" initials="" lastIdx="1" clrIdx="1"/>
  <p:cmAuthor id="91" name="范作霖" initials="范" lastIdx="1" clrIdx="22"/>
  <p:cmAuthor id="92" name="LeeElva" initials="" lastIdx="1" clrIdx="0"/>
  <p:cmAuthor id="93" name="未知用户99" initials="" lastIdx="1" clrIdx="2"/>
  <p:cmAuthor id="94" name="未知的使用者34" initials="" lastIdx="1" clrIdx="0"/>
  <p:cmAuthor id="95" name="未知的使用者115" initials="" lastIdx="1" clrIdx="1"/>
  <p:cmAuthor id="96" name="未知用户57" initials="" lastIdx="1" clrIdx="0"/>
  <p:cmAuthor id="97" name="lianghb" initials="" lastIdx="19" clrIdx="0"/>
  <p:cmAuthor id="98" name="未知用户17" initials="" lastIdx="0" clrIdx="1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108" name="未知的使用者27" initials="" lastIdx="8" clrIdx="0"/>
  <p:cmAuthor id="109" name="刘豹" initials="刘" lastIdx="0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0" name="郑汝鸿" initials="郑" lastIdx="2" clrIdx="0"/>
  <p:cmAuthor id="121" name="未知用户19" initials="" lastIdx="1" clrIdx="0"/>
  <p:cmAuthor id="122" name="周宏達JerryChou" initials="" lastIdx="6" clrIdx="2"/>
  <p:cmAuthor id="123" name="邢辰凤" initials="邢" lastIdx="45" clrIdx="7"/>
  <p:cmAuthor id="124" name="未知用户7" initials="" lastIdx="1" clrIdx="0"/>
  <p:cmAuthor id="125" name="未知的使用者56" initials="" lastIdx="1" clrIdx="0"/>
  <p:cmAuthor id="126" name="未知用户46" initials="未" lastIdx="1" clrIdx="1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的使用者33" initials="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353158055" name="韩雨" initials="韩" lastIdx="0" clrIdx="0"/>
  <p:cmAuthor id="144" name="yuanzh" initials="" lastIdx="1" clrIdx="1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未知用户21" initials="" lastIdx="1" clrIdx="0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1" name="未知用户6" initials="" lastIdx="8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46566726" name="高飞" initials="高" lastIdx="0" clrIdx="0"/>
  <p:cmAuthor id="146566727" name="xzb1" initials="x" lastIdx="1" clrIdx="1"/>
  <p:cmAuthor id="172" name="潘 晨" initials="潘" lastIdx="2" clrIdx="18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Windows 用户" initials="" lastIdx="1" clrIdx="0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未知的使用者136" initials="未" lastIdx="1" clrIdx="0"/>
  <p:cmAuthor id="212" name="Daniel Wuu" initials="" lastIdx="1" clrIdx="0"/>
  <p:cmAuthor id="213" name="未知用户56" initials="" lastIdx="1" clrIdx="0"/>
  <p:cmAuthor id="214" name="未知的使用者14" initials="" lastIdx="2" clrIdx="0"/>
  <p:cmAuthor id="216" name="未知的使用者197" initials="未" lastIdx="8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未知用户35" initials="未" lastIdx="1" clrIdx="0"/>
  <p:cmAuthor id="321" name="未知用户111" initials="未" lastIdx="1" clrIdx="1"/>
  <p:cmAuthor id="322" name="10010" initials="1" lastIdx="1" clrIdx="321"/>
  <p:cmAuthor id="323" name="ethel" initials="e" lastIdx="2" clrIdx="322"/>
  <p:cmAuthor id="324" name="liuying" initials="l" lastIdx="1" clrIdx="323"/>
  <p:cmAuthor id="325" name="修志超" initials="修" lastIdx="1" clrIdx="324"/>
  <p:cmAuthor id="326" name="MI" initials="M" lastIdx="1" clrIdx="325"/>
  <p:cmAuthor id="327" name="甄真" initials="甄" lastIdx="2" clrIdx="326"/>
  <p:cmAuthor id="328" name="琚超" initials="琚" lastIdx="1" clrIdx="327"/>
  <p:cmAuthor id="329" name="xul54" initials="x" lastIdx="1" clrIdx="328"/>
  <p:cmAuthor id="331" name="qianyp" initials="q" lastIdx="2" clrIdx="330"/>
  <p:cmAuthor id="332" name="Liu, Hongqing (NSB - CN/Shanghai)" initials="L" lastIdx="1" clrIdx="41"/>
  <p:cmAuthor id="333" name="汪亦超" initials="汪" lastIdx="1" clrIdx="332"/>
  <p:cmAuthor id="334" name="lll" initials="l" lastIdx="1" clrIdx="333"/>
  <p:cmAuthor id="335" name="未知用户189" initials="未" lastIdx="2" clrIdx="0"/>
  <p:cmAuthor id="287643681" name="殷格非" initials="殷" lastIdx="2" clrIdx="0"/>
  <p:cmAuthor id="336" name="Unknown User69" initials="U" lastIdx="8" clrIdx="0"/>
  <p:cmAuthor id="287643682" name="z r" initials="zr" lastIdx="5" clrIdx="12"/>
  <p:cmAuthor id="337" name="raymond luan" initials="r" lastIdx="0" clrIdx="0"/>
  <p:cmAuthor id="287643683" name="8310" initials="8" lastIdx="1" clrIdx="35"/>
  <p:cmAuthor id="338" name="tjlyj" initials="t" lastIdx="1" clrIdx="337"/>
  <p:cmAuthor id="287643684" name="Aqf" initials="A" lastIdx="1" clrIdx="36"/>
  <p:cmAuthor id="339" name="赵刚" initials="赵" lastIdx="1" clrIdx="325"/>
  <p:cmAuthor id="287643685" name="13709759491@139.com" initials="1" lastIdx="1" clrIdx="49"/>
  <p:cmAuthor id="691587970" name="小延魔法师" initials="小" lastIdx="1126286" clrIdx="0"/>
  <p:cmAuthor id="340" name="hqm-liuwp19" initials="h" lastIdx="1" clrIdx="339"/>
  <p:cmAuthor id="691587971" name="刘春杰10244342" initials="刘春杰10244342" lastIdx="1" clrIdx="41"/>
  <p:cmAuthor id="341" name="未知的使用者155" initials="未" lastIdx="1" clrIdx="0"/>
  <p:cmAuthor id="691587972" name="li hui" initials="lh" lastIdx="1" clrIdx="50"/>
  <p:cmAuthor id="342" name="李 剑峰" initials="李" lastIdx="5" clrIdx="23"/>
  <p:cmAuthor id="691587973" name="Gaofugui(Jiangsu,NPS)" initials="G" lastIdx="1" clrIdx="51"/>
  <p:cmAuthor id="383159678" name="FAN" initials="F" lastIdx="555744" clrIdx="0"/>
  <p:cmAuthor id="343" name="娜娅" initials="娜" lastIdx="2" clrIdx="342"/>
  <p:cmAuthor id="691587974" name="张磊" initials="张磊" lastIdx="2" clrIdx="52"/>
  <p:cmAuthor id="383159679" name="sunaoran" initials="s" lastIdx="2" clrIdx="3"/>
  <p:cmAuthor id="344" name="武晓红" initials="武" lastIdx="1" clrIdx="343"/>
  <p:cmAuthor id="691587975" name="junqing li" initials="jl" lastIdx="1" clrIdx="331"/>
  <p:cmAuthor id="345" name="仝德志" initials="仝" lastIdx="1" clrIdx="0"/>
  <p:cmAuthor id="691587976" name="liubin (AD)" initials="l(" lastIdx="1" clrIdx="511"/>
  <p:cmAuthor id="346" name="PC" initials="P" lastIdx="4" clrIdx="0"/>
  <p:cmAuthor id="691587977" name="张惠" initials="张" lastIdx="1" clrIdx="691587976"/>
  <p:cmAuthor id="347" name="李晓波" initials="李" lastIdx="1" clrIdx="346"/>
  <p:cmAuthor id="348" name="未知的使用者169" initials="未" lastIdx="1" clrIdx="0"/>
  <p:cmAuthor id="349" name="未知的使用者183" initials="未" lastIdx="5" clrIdx="1"/>
  <p:cmAuthor id="350" name="ChZ" initials="C" lastIdx="2" clrIdx="349"/>
  <p:cmAuthor id="351" name="王奎" initials="王" lastIdx="1" clrIdx="350"/>
  <p:cmAuthor id="352" name="EDY" initials="E" lastIdx="6" clrIdx="351"/>
  <p:cmAuthor id="353" name="封殊龙" initials="封" lastIdx="2" clrIdx="352"/>
  <p:cmAuthor id="354" name="未知的使用者162" initials="未" lastIdx="1" clrIdx="0"/>
  <p:cmAuthor id="355" name="未知的使用者152" initials="未" lastIdx="1" clrIdx="0"/>
  <p:cmAuthor id="356" name="未知的使用者184" initials="未" lastIdx="8" clrIdx="0"/>
  <p:cmAuthor id="357" name="未知的使用者185" initials="未" lastIdx="10" clrIdx="0"/>
  <p:cmAuthor id="358" name="未知的使用者186" initials="未" lastIdx="1" clrIdx="0"/>
  <p:cmAuthor id="359" name="未知的使用者175" initials="未" lastIdx="8" clrIdx="0"/>
  <p:cmAuthor id="360" name="未知的使用者176" initials="未" lastIdx="1" clrIdx="0"/>
  <p:cmAuthor id="361" name="未知的使用者187" initials="未" lastIdx="1" clrIdx="0"/>
  <p:cmAuthor id="362" name="未知的使用者178" initials="未" lastIdx="1" clrIdx="0"/>
  <p:cmAuthor id="363" name="未知的使用者179" initials="未" lastIdx="1" clrIdx="0"/>
  <p:cmAuthor id="364" name="未知的使用者180" initials="未" lastIdx="2" clrIdx="0"/>
  <p:cmAuthor id="365" name="未知的使用者181" initials="未" lastIdx="7" clrIdx="1"/>
  <p:cmAuthor id="366" name="未知的使用者170" initials="未" lastIdx="43" clrIdx="1"/>
  <p:cmAuthor id="367" name="HUAWEI" initials="H" lastIdx="2" clrIdx="366"/>
  <p:cmAuthor id="368" name="宁文文" initials="宁" lastIdx="1" clrIdx="367"/>
  <p:cmAuthor id="369" name="未知的使用者141" initials="未" lastIdx="8" clrIdx="0"/>
  <p:cmAuthor id="370" name="未知的使用者142" initials="未" lastIdx="1" clrIdx="0"/>
  <p:cmAuthor id="371" name="未知的使用者143" initials="未" lastIdx="1" clrIdx="0"/>
  <p:cmAuthor id="372" name="未知的使用者144" initials="未" lastIdx="1" clrIdx="0"/>
  <p:cmAuthor id="373" name="未知的使用者145" initials="未" lastIdx="1" clrIdx="0"/>
  <p:cmAuthor id="374" name="未知的使用者146" initials="未" lastIdx="1" clrIdx="0"/>
  <p:cmAuthor id="375" name="未知的使用者147" initials="未" lastIdx="1" clrIdx="0"/>
  <p:cmAuthor id="376" name="未知的使用者148" initials="未" lastIdx="8" clrIdx="0"/>
  <p:cmAuthor id="377" name="未知的使用者149" initials="未" lastIdx="8" clrIdx="0"/>
  <p:cmAuthor id="379" name="刘云轩" initials="刘" lastIdx="1" clrIdx="0"/>
  <p:cmAuthor id="380" name="sharon" initials="s" lastIdx="1" clrIdx="84"/>
  <p:cmAuthor id="381" name="未知用户131" initials="未" lastIdx="1" clrIdx="2"/>
  <p:cmAuthor id="382" name="孔祥云" initials="孔" lastIdx="4" clrIdx="381"/>
  <p:cmAuthor id="383" name="未知的使用者194" initials="未" lastIdx="1" clrIdx="0"/>
  <p:cmAuthor id="384" name="未知用户134" initials="未" lastIdx="10" clrIdx="0"/>
  <p:cmAuthor id="385" name="未知用户135" initials="未" lastIdx="1" clrIdx="0"/>
  <p:cmAuthor id="387" name="未知用户136" initials="未" lastIdx="1" clrIdx="1"/>
  <p:cmAuthor id="388" name="王长青" initials="王长青" lastIdx="1" clrIdx="387"/>
  <p:cmAuthor id="389" name="Yoyo Wu" initials="Y" lastIdx="2" clrIdx="0"/>
  <p:cmAuthor id="390" name="未知的使用者201" initials="未" lastIdx="8" clrIdx="0"/>
  <p:cmAuthor id="391" name="未知的使用者202" initials="未" lastIdx="0" clrIdx="1"/>
  <p:cmAuthor id="392" name="未知的使用者171" initials="未" lastIdx="3" clrIdx="1"/>
  <p:cmAuthor id="393" name="未知的使用者195" initials="未" lastIdx="1" clrIdx="1"/>
  <p:cmAuthor id="394" name="Unknown User27" initials="U" lastIdx="1" clrIdx="0"/>
  <p:cmAuthor id="395" name="未知的使用者196" initials="未" lastIdx="1" clrIdx="0"/>
  <p:cmAuthor id="396" name="未知的使用者222" initials="" lastIdx="5" clrIdx="1"/>
  <p:cmAuthor id="397" name="未知的使用者203" initials="未" lastIdx="1" clrIdx="0"/>
  <p:cmAuthor id="398" name="未知的使用者204" initials="未" lastIdx="1" clrIdx="0"/>
  <p:cmAuthor id="399" name="未知的使用者225" initials="" lastIdx="1" clrIdx="0"/>
  <p:cmAuthor id="401" name="Unknown User24" initials="U" lastIdx="1" clrIdx="0"/>
  <p:cmAuthor id="402" name="未知用户133" initials="未" lastIdx="1" clrIdx="0"/>
  <p:cmAuthor id="409" name="zhangbin" initials="z" lastIdx="6" clrIdx="0"/>
  <p:cmAuthor id="410" name="未知的使用者232" initials="" lastIdx="8" clrIdx="0"/>
  <p:cmAuthor id="412" name="未知用户330" initials="未" lastIdx="5" clrIdx="0"/>
  <p:cmAuthor id="413" name="Unknown User111" initials="U" lastIdx="1" clrIdx="0"/>
  <p:cmAuthor id="414" name="未知用户177" initials="未" lastIdx="2" clrIdx="0"/>
  <p:cmAuthor id="415" name="未知用户184" initials="未" lastIdx="1" clrIdx="1"/>
  <p:cmAuthor id="416" name="未知用户118" initials="未" lastIdx="1" clrIdx="0"/>
  <p:cmAuthor id="418" name="未知用户181" initials="未" lastIdx="2" clrIdx="0"/>
  <p:cmAuthor id="419" name="未知用户182" initials="未" lastIdx="1" clrIdx="49"/>
  <p:cmAuthor id="420" name="未知用户204" initials="未" lastIdx="1" clrIdx="0"/>
  <p:cmAuthor id="421" name="未知用户205" initials="未" lastIdx="1" clrIdx="0"/>
  <p:cmAuthor id="422" name="未知用户193" initials="未" lastIdx="3" clrIdx="0"/>
  <p:cmAuthor id="423" name="未知用户194" initials="未" lastIdx="1" clrIdx="0"/>
  <p:cmAuthor id="424" name="未知用户187" initials="未" lastIdx="10" clrIdx="0"/>
  <p:cmAuthor id="425" name="Kent" initials="K" lastIdx="2" clrIdx="0"/>
  <p:cmAuthor id="426" name="留毓吟" initials="留" lastIdx="1" clrIdx="0"/>
  <p:cmAuthor id="427" name="王嘉偉" initials="王" lastIdx="2" clrIdx="0"/>
  <p:cmAuthor id="428" name="dcis" initials="d" lastIdx="4" clrIdx="0"/>
  <p:cmAuthor id="429" name="FanJQ" initials="F" lastIdx="1" clrIdx="1"/>
  <p:cmAuthor id="430" name="未知用户211" initials="未" lastIdx="8" clrIdx="0"/>
  <p:cmAuthor id="431" name="未知用户212" initials="未" lastIdx="8" clrIdx="0"/>
  <p:cmAuthor id="432" name="未知用户210" initials="未" lastIdx="1" clrIdx="0"/>
  <p:cmAuthor id="433" name="未知用户201" initials="未" lastIdx="8" clrIdx="0"/>
  <p:cmAuthor id="434" name="未知用户161" initials="未" lastIdx="1" clrIdx="0"/>
  <p:cmAuthor id="435" name="未知用户183" initials="未" lastIdx="1" clrIdx="0"/>
  <p:cmAuthor id="436" name="未知用户162" initials="未" lastIdx="1" clrIdx="0"/>
  <p:cmAuthor id="437" name="未知用户163" initials="未" lastIdx="8" clrIdx="0"/>
  <p:cmAuthor id="438" name="未知用户164" initials="未" lastIdx="1" clrIdx="0"/>
  <p:cmAuthor id="439" name="未知用户165" initials="未" lastIdx="2" clrIdx="0"/>
  <p:cmAuthor id="440" name="未知用户191" initials="未" lastIdx="1" clrIdx="0"/>
  <p:cmAuthor id="441" name="未知用户167" initials="未" lastIdx="1" clrIdx="0"/>
  <p:cmAuthor id="442" name="未知用户202" initials="未" lastIdx="8" clrIdx="0"/>
  <p:cmAuthor id="443" name="未知用户169" initials="未" lastIdx="1" clrIdx="0"/>
  <p:cmAuthor id="444" name="未知用户192" initials="未" lastIdx="1" clrIdx="0"/>
  <p:cmAuthor id="445" name="未知用户203" initials="未" lastIdx="1" clrIdx="1"/>
  <p:cmAuthor id="446" name="未知用户174" initials="未" lastIdx="1" clrIdx="0"/>
  <p:cmAuthor id="447" name="未知用户175" initials="未" lastIdx="1" clrIdx="0"/>
  <p:cmAuthor id="448" name="未知用户176" initials="未" lastIdx="1" clrIdx="0"/>
  <p:cmAuthor id="450" name="未知的使用者167" initials="未" lastIdx="0" clrIdx="1"/>
  <p:cmAuthor id="451" name="未知的使用者159" initials="未" lastIdx="1" clrIdx="1"/>
  <p:cmAuthor id="452" name="未知的使用者160" initials="未" lastIdx="1" clrIdx="0"/>
  <p:cmAuthor id="453" name="未知的使用者168" initials="未" lastIdx="1" clrIdx="0"/>
  <p:cmAuthor id="454" name="不明使用者7" initials="不" lastIdx="7" clrIdx="1"/>
  <p:cmAuthor id="455" name="未知用户120" initials="未" lastIdx="1" clrIdx="0"/>
  <p:cmAuthor id="456" name="未知用户122" initials="未" lastIdx="1" clrIdx="0"/>
  <p:cmAuthor id="457" name="未知用户132" initials="未" lastIdx="1" clrIdx="0"/>
  <p:cmAuthor id="458" name="未知用户141" initials="未" lastIdx="1" clrIdx="1"/>
  <p:cmAuthor id="459" name="未知用户143" initials="未" lastIdx="1" clrIdx="0"/>
  <p:cmAuthor id="460" name="未知用户144" initials="未" lastIdx="1" clrIdx="0"/>
  <p:cmAuthor id="461" name="未知用户145" initials="未" lastIdx="2" clrIdx="0"/>
  <p:cmAuthor id="462" name="未知用户119" initials="未" lastIdx="1" clrIdx="1"/>
  <p:cmAuthor id="463" name="未知用户140" initials="未" lastIdx="0" clrIdx="1"/>
  <p:cmAuthor id="464" name="未知用户142" initials="未" lastIdx="1" clrIdx="0"/>
  <p:cmAuthor id="465" name="未知用户157" initials="未" lastIdx="8" clrIdx="0"/>
  <p:cmAuthor id="466" name="未知用户158" initials="未" lastIdx="2" clrIdx="0"/>
  <p:cmAuthor id="467" name="未知用户159" initials="未" lastIdx="1" clrIdx="0"/>
  <p:cmAuthor id="468" name="未知用户160" initials="未" lastIdx="2" clrIdx="0"/>
  <p:cmAuthor id="469" name="未知用户168" initials="未" lastIdx="1" clrIdx="0"/>
  <p:cmAuthor id="470" name="順天" initials="順" lastIdx="1" clrIdx="0"/>
  <p:cmAuthor id="471" name="未知用户287" initials="未" lastIdx="0" clrIdx="1"/>
  <p:cmAuthor id="472" name="未知用户288" initials="未" lastIdx="1" clrIdx="0"/>
  <p:cmAuthor id="473" name="未知用户289" initials="未" lastIdx="1" clrIdx="0"/>
  <p:cmAuthor id="474" name="未知用户206" initials="未" lastIdx="6" clrIdx="0"/>
  <p:cmAuthor id="478" name="nancy" initials="n" lastIdx="1" clrIdx="0"/>
  <p:cmAuthor id="479" name="未知用户166" initials="未" lastIdx="1" clrIdx="0"/>
  <p:cmAuthor id="480" name="未知用户195" initials="未" lastIdx="1" clrIdx="0"/>
  <p:cmAuthor id="481" name="未知用户207" initials="未" lastIdx="3" clrIdx="1"/>
  <p:cmAuthor id="482" name="未知的使用者207" initials="未" lastIdx="1" clrIdx="0"/>
  <p:cmAuthor id="483" name="未知的使用者208" initials="未" lastIdx="1" clrIdx="0"/>
  <p:cmAuthor id="484" name="未知的使用者188" initials="未" lastIdx="1" clrIdx="0"/>
  <p:cmAuthor id="485" name="未知的使用者189" initials="未" lastIdx="2" clrIdx="0"/>
  <p:cmAuthor id="2000" name="梁亚栋" initials="authorId_233440905" lastIdx="776053" clrIdx="0"/>
  <p:cmAuthor id="486" name="未知的使用者190" initials="未" lastIdx="1" clrIdx="1"/>
  <p:cmAuthor id="2001" name=" " initials="" lastIdx="1" clrIdx="6"/>
  <p:cmAuthor id="487" name="未知的使用者191" initials="未" lastIdx="1" clrIdx="0"/>
  <p:cmAuthor id="2002" name="mu zi" initials="mz" lastIdx="6" clrIdx="22"/>
  <p:cmAuthor id="488" name="未知的使用者192" initials="未" lastIdx="1" clrIdx="0"/>
  <p:cmAuthor id="2003" name="Master 3L" initials="M3" lastIdx="1" clrIdx="26"/>
  <p:cmAuthor id="489" name="未知的使用者193" initials="未" lastIdx="2" clrIdx="0"/>
  <p:cmAuthor id="2004" name="范 斌" initials="范" lastIdx="1" clrIdx="36"/>
  <p:cmAuthor id="490" name="未知的使用者209" initials="未" lastIdx="8" clrIdx="0"/>
  <p:cmAuthor id="2005" name="毕邺" initials="党委办公室" lastIdx="2" clrIdx="37"/>
  <p:cmAuthor id="491" name="未知的使用者210" initials="未" lastIdx="1" clrIdx="0"/>
  <p:cmAuthor id="2006" name="jiaru tiger" initials="jt" lastIdx="2" clrIdx="38"/>
  <p:cmAuthor id="492" name="未知的使用者211" initials="未" lastIdx="1" clrIdx="0"/>
  <p:cmAuthor id="493" name="未知的使用者212" initials="未" lastIdx="11" clrIdx="0"/>
  <p:cmAuthor id="494" name="未知的使用者213" initials="未" lastIdx="7" clrIdx="1"/>
  <p:cmAuthor id="495" name="未知的使用者214" initials="未" lastIdx="1" clrIdx="2"/>
  <p:cmAuthor id="496" name="未知的使用者215" initials="未" lastIdx="1" clrIdx="0"/>
  <p:cmAuthor id="497" name="未知的使用者216" initials="未" lastIdx="1" clrIdx="0"/>
  <p:cmAuthor id="498" name="未知的使用者217" initials="未" lastIdx="1" clrIdx="1"/>
  <p:cmAuthor id="499" name="未知的使用者218" initials="未" lastIdx="1" clrIdx="0"/>
  <p:cmAuthor id="500" name="未知的使用者219" initials="未" lastIdx="2" clrIdx="0"/>
  <p:cmAuthor id="501" name="未知的使用者220" initials="未" lastIdx="7" clrIdx="1"/>
  <p:cmAuthor id="502" name="未知的使用者153" initials="未" lastIdx="1" clrIdx="0"/>
  <p:cmAuthor id="503" name="未知的使用者154" initials="未" lastIdx="1" clrIdx="0"/>
  <p:cmAuthor id="504" name="未知用户25" initials="未" lastIdx="1" clrIdx="0"/>
  <p:cmAuthor id="506" name="未知的使用者129" initials="未" lastIdx="1" clrIdx="0"/>
  <p:cmAuthor id="507" name="未知的使用者130" initials="未" lastIdx="8" clrIdx="0"/>
  <p:cmAuthor id="508" name="未知的使用者131" initials="未" lastIdx="2" clrIdx="0"/>
  <p:cmAuthor id="509" name="未知的使用者132" initials="未" lastIdx="8" clrIdx="0"/>
  <p:cmAuthor id="510" name="未知的使用者164" initials="未" lastIdx="8" clrIdx="0"/>
  <p:cmAuthor id="511" name="未知的使用者172" initials="未" lastIdx="1" clrIdx="0"/>
  <p:cmAuthor id="512" name="未知的使用者174" initials="未" lastIdx="1" clrIdx="0"/>
  <p:cmAuthor id="513" name="未知的使用者247" initials="未" lastIdx="6" clrIdx="0"/>
  <p:cmAuthor id="514" name="未知的使用者249" initials="未" lastIdx="43" clrIdx="1"/>
  <p:cmAuthor id="515" name="未知的使用者250" initials="未" lastIdx="1" clrIdx="0"/>
  <p:cmAuthor id="516" name="未知的使用者251" initials="未" lastIdx="1" clrIdx="0"/>
  <p:cmAuthor id="517" name="未知的使用者246" initials="未" lastIdx="1" clrIdx="1"/>
  <p:cmAuthor id="518" name="未知的使用者224" initials="未" lastIdx="1" clrIdx="0"/>
  <p:cmAuthor id="519" name="未知的使用者252" initials="未" lastIdx="1" clrIdx="0"/>
  <p:cmAuthor id="520" name="未知的使用者253" initials="未" lastIdx="1" clrIdx="0"/>
  <p:cmAuthor id="521" name="未知的使用者254" initials="未" lastIdx="1" clrIdx="0"/>
  <p:cmAuthor id="522" name="未知的使用者255" initials="未" lastIdx="1" clrIdx="0"/>
  <p:cmAuthor id="523" name="未知的使用者226" initials="未" lastIdx="8" clrIdx="0"/>
  <p:cmAuthor id="524" name="未知的使用者227" initials="未" lastIdx="2" clrIdx="0"/>
  <p:cmAuthor id="525" name="未知的使用者270" initials="未" lastIdx="1" clrIdx="0"/>
  <p:cmAuthor id="526" name="未知的使用者228" initials="未" lastIdx="8" clrIdx="0"/>
  <p:cmAuthor id="8535702" name="曾蓓/贝贝" initials="曾" lastIdx="0" clrIdx="0"/>
  <p:cmAuthor id="527" name="未知的使用者229" initials="未" lastIdx="8" clrIdx="0"/>
  <p:cmAuthor id="528" name="未知的使用者230" initials="未" lastIdx="1" clrIdx="0"/>
  <p:cmAuthor id="529" name="未知的使用者231" initials="未" lastIdx="1" clrIdx="0"/>
  <p:cmAuthor id="530" name="未知的使用者256" initials="未" lastIdx="1" clrIdx="0"/>
  <p:cmAuthor id="531" name="未知的使用者233" initials="未" lastIdx="1" clrIdx="0"/>
  <p:cmAuthor id="532" name="未知的使用者234" initials="未" lastIdx="10" clrIdx="0"/>
  <p:cmAuthor id="533" name="未知的使用者235" initials="未" lastIdx="1" clrIdx="0"/>
  <p:cmAuthor id="534" name="未知的使用者236" initials="未" lastIdx="1" clrIdx="0"/>
  <p:cmAuthor id="535" name="未知的使用者257" initials="未" lastIdx="1" clrIdx="0"/>
  <p:cmAuthor id="536" name="未知的使用者237" initials="未" lastIdx="1" clrIdx="0"/>
  <p:cmAuthor id="537" name="未知的使用者238" initials="未" lastIdx="2" clrIdx="0"/>
  <p:cmAuthor id="538" name="未知的使用者239" initials="未" lastIdx="1" clrIdx="1"/>
  <p:cmAuthor id="539" name="未知的使用者240" initials="未" lastIdx="1" clrIdx="0"/>
  <p:cmAuthor id="540" name="未知的使用者241" initials="未" lastIdx="1" clrIdx="0"/>
  <p:cmAuthor id="541" name="未知的使用者242" initials="未" lastIdx="2" clrIdx="0"/>
  <p:cmAuthor id="542" name="未知的使用者243" initials="未" lastIdx="1" clrIdx="0"/>
  <p:cmAuthor id="543" name="未知的使用者258" initials="未" lastIdx="8" clrIdx="0"/>
  <p:cmAuthor id="544" name="未知的使用者259" initials="未" lastIdx="1" clrIdx="0"/>
  <p:cmAuthor id="545" name="未知的使用者260" initials="未" lastIdx="1" clrIdx="0"/>
  <p:cmAuthor id="546" name="未知的使用者261" initials="未" lastIdx="11" clrIdx="0"/>
  <p:cmAuthor id="547" name="未知的使用者262" initials="未" lastIdx="7" clrIdx="1"/>
  <p:cmAuthor id="548" name="未知的使用者263" initials="未" lastIdx="1" clrIdx="2"/>
  <p:cmAuthor id="549" name="未知的使用者264" initials="未" lastIdx="1" clrIdx="0"/>
  <p:cmAuthor id="550" name="未知的使用者265" initials="未" lastIdx="1" clrIdx="0"/>
  <p:cmAuthor id="551" name="未知的使用者266" initials="未" lastIdx="1" clrIdx="1"/>
  <p:cmAuthor id="552" name="未知的使用者267" initials="未" lastIdx="1" clrIdx="0"/>
  <p:cmAuthor id="553" name="未知的使用者268" initials="未" lastIdx="2" clrIdx="0"/>
  <p:cmAuthor id="554" name="未知的使用者269" initials="未" lastIdx="7" clrIdx="1"/>
  <p:cmAuthor id="555" name="lillian" initials="l" lastIdx="1" clrIdx="0"/>
  <p:cmAuthor id="556" name="未知用户197" initials="未" lastIdx="1" clrIdx="0"/>
  <p:cmAuthor id="557" name="Xia Ting" initials="X" lastIdx="1" clrIdx="0"/>
  <p:cmAuthor id="558" name="未知用户180" initials="未" lastIdx="8" clrIdx="0"/>
  <p:cmAuthor id="559" name="不明使用者54" initials="不" lastIdx="1" clrIdx="1"/>
  <p:cmAuthor id="561" name="未知用户94" initials="未" lastIdx="0" clrIdx="0"/>
  <p:cmAuthor id="562" name="未知用户321" initials="未" lastIdx="1" clrIdx="0"/>
  <p:cmAuthor id="564" name="未知用户319" initials="未" lastIdx="1" clrIdx="0"/>
  <p:cmAuthor id="565" name="未知用户222" initials="未" lastIdx="1" clrIdx="0"/>
  <p:cmAuthor id="566" name="未知用户87" initials="未" lastIdx="1" clrIdx="0"/>
  <p:cmAuthor id="567" name="未知用户88" initials="未" lastIdx="1" clrIdx="0"/>
  <p:cmAuthor id="568" name="未知用户89" initials="未" lastIdx="1" clrIdx="0"/>
  <p:cmAuthor id="570" name="未知用户110" initials="未" lastIdx="1" clrIdx="0"/>
  <p:cmAuthor id="571" name="未知用户121" initials="未" lastIdx="1" clrIdx="1"/>
  <p:cmAuthor id="572" name="未知用户234" initials="未" lastIdx="7" clrIdx="1"/>
  <p:cmAuthor id="573" name="未知用户54" initials="未" lastIdx="8" clrIdx="0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未知用户285" initials="未" lastIdx="8" clrIdx="0"/>
  <p:cmAuthor id="583" name="78234500@qq.com" initials="7" lastIdx="1" clrIdx="0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8" name="未知用户293" initials="未" lastIdx="1" clrIdx="0"/>
  <p:cmAuthor id="210492765" name="施普希（菜菜）" initials="施" lastIdx="0" clrIdx="0"/>
  <p:cmAuthor id="589" name="未知用户295" initials="未" lastIdx="1" clrIdx="0"/>
  <p:cmAuthor id="210492766" name="yu 1" initials="y1" lastIdx="1" clrIdx="19"/>
  <p:cmAuthor id="590" name="未知用户297" initials="未" lastIdx="1" clrIdx="0"/>
  <p:cmAuthor id="210492767" name="李 嘉" initials="李" lastIdx="1" clrIdx="26"/>
  <p:cmAuthor id="591" name="panjm" initials="p" lastIdx="1" clrIdx="0"/>
  <p:cmAuthor id="210492768" name="gus9@chinaunicom.cn" initials="g" lastIdx="4" clrIdx="27"/>
  <p:cmAuthor id="592" name="ye gusong" initials="y" lastIdx="1" clrIdx="0"/>
  <p:cmAuthor id="593" name="wei muzi" initials="w" lastIdx="1" clrIdx="4"/>
  <p:cmAuthor id="594" name="孙" initials="孙" lastIdx="1" clrIdx="50"/>
  <p:cmAuthor id="595" name="liuchunhua199110" initials="l" lastIdx="3" clrIdx="3"/>
  <p:cmAuthor id="597" name="未知用户256" initials="未" lastIdx="1" clrIdx="0"/>
  <p:cmAuthor id="598" name="未知的使用者139" initials="未" lastIdx="1" clrIdx="0"/>
  <p:cmAuthor id="599" name="未知用户258" initials="未" lastIdx="8" clrIdx="0"/>
  <p:cmAuthor id="604" name="未知的使用者140" initials="未" lastIdx="1" clrIdx="1"/>
  <p:cmAuthor id="605" name="yudi lin" initials="y" lastIdx="0" clrIdx="0"/>
  <p:cmAuthor id="608" name="49554261@qq.com" initials="4" lastIdx="2" clrIdx="2"/>
  <p:cmAuthor id="610" name="未知用户215" initials="未" lastIdx="1" clrIdx="0"/>
  <p:cmAuthor id="611" name="未知用户313" initials="未" lastIdx="2" clrIdx="0"/>
  <p:cmAuthor id="612" name="胡岱雯" initials="胡" lastIdx="1" clrIdx="0"/>
  <p:cmAuthor id="613" name="张 成亚" initials="张" lastIdx="1" clrIdx="52"/>
  <p:cmAuthor id="614" name="未知用户268" initials="未" lastIdx="1" clrIdx="0"/>
  <p:cmAuthor id="615" name="liuzga" initials="l" lastIdx="1" clrIdx="3"/>
  <p:cmAuthor id="616" name="未知用户213" initials="未" lastIdx="1" clrIdx="0"/>
  <p:cmAuthor id="617" name="未知用户218" initials="未" lastIdx="1" clrIdx="0"/>
  <p:cmAuthor id="618" name="未知用户219" initials="未" lastIdx="10" clrIdx="0"/>
  <p:cmAuthor id="619" name="未知用户344" initials="未" lastIdx="1" clrIdx="0"/>
  <p:cmAuthor id="620" name="未知用户345" initials="未" lastIdx="1" clrIdx="0"/>
  <p:cmAuthor id="621" name="未知用户347" initials="未" lastIdx="6" clrIdx="0"/>
  <p:cmAuthor id="622" name="未知用户348" initials="未" lastIdx="10" clrIdx="0"/>
  <p:cmAuthor id="623" name="jian Ray" initials="j" lastIdx="1" clrIdx="50"/>
  <p:cmAuthor id="625" name="Microsoft Office 用户" initials="M" lastIdx="25" clrIdx="3"/>
  <p:cmAuthor id="626" name="王丽君" initials="王" lastIdx="4" clrIdx="0"/>
  <p:cmAuthor id="627" name="未知用户237" initials="未" lastIdx="1" clrIdx="0"/>
  <p:cmAuthor id="628" name="�Ÿ�" initials="�" lastIdx="1" clrIdx="0"/>
  <p:cmAuthor id="629" name="未知用户221" initials="未" lastIdx="43" clrIdx="1"/>
  <p:cmAuthor id="630" name="jesschin" initials="j" lastIdx="1" clrIdx="510"/>
  <p:cmAuthor id="632" name="林志强" initials="林" lastIdx="1" clrIdx="631"/>
  <p:cmAuthor id="633" name="Carol Kelly" initials="C" lastIdx="1" clrIdx="0"/>
  <p:cmAuthor id="634" name="马月" initials="马" lastIdx="1" clrIdx="633"/>
  <p:cmAuthor id="635" name="李苏薇" initials="李" lastIdx="1" clrIdx="634"/>
  <p:cmAuthor id="636" name="Unknown User58" initials="U" lastIdx="1" clrIdx="0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3" name="庆芳 许" initials="庆" lastIdx="1" clrIdx="0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8" name="姚翔" initials="姚" lastIdx="1" clrIdx="647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未知用户296" initials="未" lastIdx="1" clrIdx="0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8" name="Think" initials="T" lastIdx="6" clrIdx="3"/>
  <p:cmAuthor id="659" name="倪怡" initials="倪" lastIdx="1" clrIdx="658"/>
  <p:cmAuthor id="660" name="未知用户304" initials="未" lastIdx="1" clrIdx="0"/>
  <p:cmAuthor id="661" name="未知用户305" initials="未" lastIdx="1" clrIdx="0"/>
  <p:cmAuthor id="662" name="敢 王" initials="敢" lastIdx="1" clrIdx="0"/>
  <p:cmAuthor id="663" name="邓 勇" initials="邓" lastIdx="1" clrIdx="0"/>
  <p:cmAuthor id="664" name="陈城" initials="陈" lastIdx="0" clrIdx="2"/>
  <p:cmAuthor id="665" name="未知用户309" initials="未" lastIdx="8" clrIdx="0"/>
  <p:cmAuthor id="666" name="蓝礼健" initials="蓝" lastIdx="1" clrIdx="0"/>
  <p:cmAuthor id="667" name="未知用户311" initials="未" lastIdx="2" clrIdx="0"/>
  <p:cmAuthor id="668" name="未知用户312" initials="未" lastIdx="1" clrIdx="0"/>
  <p:cmAuthor id="669" name="shenbina" initials="s" lastIdx="1" clrIdx="0"/>
  <p:cmAuthor id="670" name="未知用户314" initials="未" lastIdx="1" clrIdx="1"/>
  <p:cmAuthor id="671" name="晓  曲" initials="晓" lastIdx="1" clrIdx="0"/>
  <p:cmAuthor id="672" name="未知用户230" initials="未" lastIdx="3" clrIdx="1"/>
  <p:cmAuthor id="673" name="未知用户216" initials="未" lastIdx="1" clrIdx="0"/>
  <p:cmAuthor id="674" name="孟连磊" initials="孟" lastIdx="1" clrIdx="0"/>
  <p:cmAuthor id="394525608" name="仇怿俊" initials="仇" lastIdx="0" clrIdx="0"/>
  <p:cmAuthor id="676" name="未知的使用者177" initials="未" lastIdx="8" clrIdx="0"/>
  <p:cmAuthor id="394525609" name="mei shuo" initials="mei shuo" lastIdx="1" clrIdx="24"/>
  <p:cmAuthor id="394525610" name="dengwanting" initials="d" lastIdx="1" clrIdx="50"/>
  <p:cmAuthor id="677" name="未知用户354" initials="未" lastIdx="1" clrIdx="0"/>
  <p:cmAuthor id="678" name="未知的使用者221" initials="未" lastIdx="1" clrIdx="0"/>
  <p:cmAuthor id="681" name="winner1 chan" initials="wc" lastIdx="1" clrIdx="334"/>
  <p:cmAuthor id="682" name="未知用户332" initials="未" lastIdx="1" clrIdx="0"/>
  <p:cmAuthor id="683" name="未知用户217" initials="未" lastIdx="1" clrIdx="0"/>
  <p:cmAuthor id="684" name="未知用户272" initials="未" lastIdx="10" clrIdx="0"/>
  <p:cmAuthor id="685" name="俊晔 邱" initials="俊" lastIdx="1" clrIdx="87"/>
  <p:cmAuthor id="686" name="annie.gts@outlook.com" initials="a" lastIdx="2" clrIdx="0"/>
  <p:cmAuthor id="687" name="杨 升格" initials="杨" lastIdx="2" clrIdx="0"/>
  <p:cmAuthor id="689" name="cy" initials="c" lastIdx="1" clrIdx="76"/>
  <p:cmAuthor id="691" name="璇 安" initials="璇" lastIdx="9" clrIdx="85"/>
  <p:cmAuthor id="47245819" name="群智集" initials="群" lastIdx="0" clrIdx="0"/>
  <p:cmAuthor id="692" name="未知用户214" initials="未" lastIdx="2" clrIdx="0"/>
  <p:cmAuthor id="47245820" name="郏 鹏" initials="郏" lastIdx="1" clrIdx="16"/>
  <p:cmAuthor id="693" name="lxm" initials="l" lastIdx="1" clrIdx="413"/>
  <p:cmAuthor id="47245821" name="郏鹏" initials="M" lastIdx="1" clrIdx="17"/>
  <p:cmAuthor id="694" name="未知用户231" initials="未" lastIdx="1" clrIdx="0"/>
  <p:cmAuthor id="696" name="yesg" initials="y" lastIdx="1" clrIdx="0"/>
  <p:cmAuthor id="699" name="未知用户277" initials="未" lastIdx="1" clrIdx="1"/>
  <p:cmAuthor id="700" name="soling" initials="s" lastIdx="1" clrIdx="2"/>
  <p:cmAuthor id="701" name="李 骁" initials="李" lastIdx="1" clrIdx="0"/>
  <p:cmAuthor id="703" name="未知的使用者96" initials="未" lastIdx="2" clrIdx="0"/>
  <p:cmAuthor id="704" name="未知用户260" initials="未" lastIdx="2" clrIdx="0"/>
  <p:cmAuthor id="705" name="未知用户261" initials="未" lastIdx="1" clrIdx="0"/>
  <p:cmAuthor id="706" name="未知用户262" initials="未" lastIdx="1" clrIdx="0"/>
  <p:cmAuthor id="707" name="未知用户263" initials="未" lastIdx="8" clrIdx="0"/>
  <p:cmAuthor id="708" name="未知用户248" initials="未" lastIdx="1" clrIdx="0"/>
  <p:cmAuthor id="709" name="未知用户249" initials="未" lastIdx="1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6" name="chen hui" initials="c" lastIdx="1" clrIdx="87"/>
  <p:cmAuthor id="717" name="未知用户244" initials="未" lastIdx="1" clrIdx="0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29922660" name="杨强" initials="杨" lastIdx="0" clrIdx="0"/>
  <p:cmAuthor id="721" name="wangxinhui" initials="w" lastIdx="1" clrIdx="0"/>
  <p:cmAuthor id="29922661" name="檀晟 陈" initials="檀晟" lastIdx="1" clrIdx="1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729" name="未知用户460" initials="未" lastIdx="1" clrIdx="0"/>
  <p:cmAuthor id="730" name="未知用户366" initials="未" lastIdx="3" clrIdx="1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FFFF"/>
    <a:srgbClr val="F5B482"/>
    <a:srgbClr val="FCE9EB"/>
    <a:srgbClr val="F4F8FC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1942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commentAuthors" Target="commentAuthors.xml"/><Relationship Id="rId15" Type="http://schemas.openxmlformats.org/officeDocument/2006/relationships/tags" Target="tags/tag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冬奥联通版范例一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五边形 4"/>
          <p:cNvSpPr/>
          <p:nvPr userDrawn="1"/>
        </p:nvSpPr>
        <p:spPr>
          <a:xfrm flipH="1">
            <a:off x="11403013" y="6286500"/>
            <a:ext cx="739775" cy="504825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fld id="{C423A7C8-C25D-4E22-8ACD-7457FC68960C}" type="slidenum">
              <a:rPr lang="zh-CN" altLang="en-US" sz="1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503050405090304" pitchFamily="18" charset="0"/>
                <a:ea typeface="Arial Unicode MS" panose="020B0604020202020204" charset="-122"/>
                <a:cs typeface="Times New Roman" panose="02020503050405090304" pitchFamily="18" charset="0"/>
              </a:rPr>
            </a:fld>
            <a:endParaRPr lang="zh-CN" altLang="en-US" sz="1400" b="0" kern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pic>
        <p:nvPicPr>
          <p:cNvPr id="9" name="图片 8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5"/>
            <a:ext cx="12192000" cy="26047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446" y="0"/>
            <a:ext cx="1000503" cy="633803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9124488" y="18661"/>
            <a:ext cx="1250461" cy="70912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/>
          <p:cNvSpPr/>
          <p:nvPr userDrawn="1"/>
        </p:nvSpPr>
        <p:spPr>
          <a:xfrm flipH="1">
            <a:off x="11403013" y="6286500"/>
            <a:ext cx="739775" cy="504825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fld id="{C423A7C8-C25D-4E22-8ACD-7457FC68960C}" type="slidenum">
              <a:rPr lang="zh-CN" altLang="en-US" sz="1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503050405090304" pitchFamily="18" charset="0"/>
                <a:ea typeface="Arial Unicode MS" panose="020B0604020202020204" charset="-122"/>
                <a:cs typeface="Times New Roman" panose="02020503050405090304" pitchFamily="18" charset="0"/>
              </a:rPr>
            </a:fld>
            <a:endParaRPr lang="zh-CN" altLang="en-US" sz="1400" b="0" kern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pic>
        <p:nvPicPr>
          <p:cNvPr id="9" name="图片 8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5"/>
            <a:ext cx="12192000" cy="26047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446" y="0"/>
            <a:ext cx="1000503" cy="633803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9124488" y="18661"/>
            <a:ext cx="1250461" cy="70912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联通版-分隔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0" y="-24673"/>
            <a:ext cx="12306062" cy="6907346"/>
            <a:chOff x="0" y="-24673"/>
            <a:chExt cx="12306062" cy="6907346"/>
          </a:xfrm>
        </p:grpSpPr>
        <p:pic>
          <p:nvPicPr>
            <p:cNvPr id="7" name="Picture 2"/>
            <p:cNvPicPr>
              <a:picLocks noChangeAspect="1"/>
            </p:cNvPicPr>
            <p:nvPr userDrawn="1"/>
          </p:nvPicPr>
          <p:blipFill rotWithShape="1">
            <a:blip r:embed="rId2"/>
            <a:srcRect l="3952" t="11446" b="11445"/>
            <a:stretch>
              <a:fillRect/>
            </a:stretch>
          </p:blipFill>
          <p:spPr>
            <a:xfrm>
              <a:off x="0" y="-24673"/>
              <a:ext cx="9173818" cy="6907346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 userDrawn="1"/>
          </p:nvSpPr>
          <p:spPr>
            <a:xfrm>
              <a:off x="9006808" y="-1"/>
              <a:ext cx="3299254" cy="6882673"/>
            </a:xfrm>
            <a:prstGeom prst="rect">
              <a:avLst/>
            </a:prstGeom>
            <a:solidFill>
              <a:srgbClr val="F1EB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168400" y="1812930"/>
            <a:ext cx="10515600" cy="1325563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buNone/>
              <a:defRPr sz="3200" baseline="0"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第一部分</a:t>
            </a:r>
            <a:endParaRPr lang="en-US" dirty="0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1168400" y="3333717"/>
            <a:ext cx="10515600" cy="277584"/>
          </a:xfrm>
        </p:spPr>
        <p:txBody>
          <a:bodyPr lIns="0" tIns="0" rIns="0" bIns="0">
            <a:normAutofit/>
          </a:bodyPr>
          <a:lstStyle>
            <a:lvl1pPr marL="0" indent="0" algn="r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部分标题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ags" Target="../tags/tag57.xml"/><Relationship Id="rId16" Type="http://schemas.openxmlformats.org/officeDocument/2006/relationships/tags" Target="../tags/tag58.xml"/><Relationship Id="rId17" Type="http://schemas.openxmlformats.org/officeDocument/2006/relationships/tags" Target="../tags/tag59.xml"/><Relationship Id="rId18" Type="http://schemas.openxmlformats.org/officeDocument/2006/relationships/tags" Target="../tags/tag60.xml"/><Relationship Id="rId19" Type="http://schemas.openxmlformats.org/officeDocument/2006/relationships/tags" Target="../tags/tag61.xml"/><Relationship Id="rId20" Type="http://schemas.openxmlformats.org/officeDocument/2006/relationships/tags" Target="../tags/tag62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497013" y="152028"/>
            <a:ext cx="368567" cy="4243767"/>
            <a:chOff x="-712674" y="221039"/>
            <a:chExt cx="596841" cy="6303760"/>
          </a:xfrm>
        </p:grpSpPr>
        <p:sp>
          <p:nvSpPr>
            <p:cNvPr id="8" name="矩形 7"/>
            <p:cNvSpPr/>
            <p:nvPr userDrawn="1"/>
          </p:nvSpPr>
          <p:spPr>
            <a:xfrm>
              <a:off x="-703385" y="736855"/>
              <a:ext cx="539263" cy="515816"/>
            </a:xfrm>
            <a:prstGeom prst="rect">
              <a:avLst/>
            </a:prstGeom>
            <a:solidFill>
              <a:srgbClr val="E500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-703385" y="221039"/>
              <a:ext cx="539263" cy="515816"/>
            </a:xfrm>
            <a:prstGeom prst="rect">
              <a:avLst/>
            </a:prstGeom>
            <a:solidFill>
              <a:srgbClr val="01B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-698542" y="1333986"/>
              <a:ext cx="539263" cy="515816"/>
            </a:xfrm>
            <a:prstGeom prst="rect">
              <a:avLst/>
            </a:prstGeom>
            <a:solidFill>
              <a:srgbClr val="2A7F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-705606" y="1842972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主色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-698542" y="2208116"/>
              <a:ext cx="539263" cy="515816"/>
            </a:xfrm>
            <a:prstGeom prst="rect">
              <a:avLst/>
            </a:prstGeom>
            <a:solidFill>
              <a:srgbClr val="015D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3" name="文本框 12"/>
            <p:cNvSpPr txBox="1"/>
            <p:nvPr userDrawn="1"/>
          </p:nvSpPr>
          <p:spPr>
            <a:xfrm>
              <a:off x="-705607" y="2709729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辅色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-698542" y="3082246"/>
              <a:ext cx="539263" cy="515816"/>
            </a:xfrm>
            <a:prstGeom prst="rect">
              <a:avLst/>
            </a:prstGeom>
            <a:solidFill>
              <a:srgbClr val="FCB5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5" name="文本框 14"/>
            <p:cNvSpPr txBox="1"/>
            <p:nvPr userDrawn="1"/>
          </p:nvSpPr>
          <p:spPr>
            <a:xfrm>
              <a:off x="-705609" y="3593000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强调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-698542" y="3960457"/>
              <a:ext cx="539263" cy="515816"/>
            </a:xfrm>
            <a:prstGeom prst="rect">
              <a:avLst/>
            </a:prstGeom>
            <a:solidFill>
              <a:srgbClr val="CDB9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7" name="文本框 16"/>
            <p:cNvSpPr txBox="1"/>
            <p:nvPr userDrawn="1"/>
          </p:nvSpPr>
          <p:spPr>
            <a:xfrm>
              <a:off x="-705609" y="4471213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点缀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-705608" y="4838668"/>
              <a:ext cx="539263" cy="515816"/>
            </a:xfrm>
            <a:prstGeom prst="rect">
              <a:avLst/>
            </a:prstGeom>
            <a:solidFill>
              <a:srgbClr val="B284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9" name="文本框 18"/>
            <p:cNvSpPr txBox="1"/>
            <p:nvPr userDrawn="1"/>
          </p:nvSpPr>
          <p:spPr>
            <a:xfrm>
              <a:off x="-712674" y="5349423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点缀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-705608" y="5716879"/>
              <a:ext cx="539263" cy="515816"/>
            </a:xfrm>
            <a:prstGeom prst="rect">
              <a:avLst/>
            </a:prstGeom>
            <a:solidFill>
              <a:srgbClr val="A1C8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21" name="文本框 20"/>
            <p:cNvSpPr txBox="1"/>
            <p:nvPr userDrawn="1"/>
          </p:nvSpPr>
          <p:spPr>
            <a:xfrm>
              <a:off x="-712674" y="6227634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点缀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</p:grp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nico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28" y="548640"/>
            <a:ext cx="3406140" cy="1002313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1510589" y="2656332"/>
            <a:ext cx="0" cy="2994660"/>
          </a:xfrm>
          <a:prstGeom prst="line">
            <a:avLst/>
          </a:prstGeom>
          <a:ln w="57150" cmpd="thinThick">
            <a:solidFill>
              <a:srgbClr val="EE000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810512" y="2633472"/>
            <a:ext cx="9966960" cy="83591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5000"/>
              </a:lnSpc>
              <a:buNone/>
            </a:pPr>
            <a:r>
              <a:rPr lang="zh-CN" altLang="en-US" sz="44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提升宽带续约率的方案建议</a:t>
            </a:r>
            <a:endParaRPr sz="4400"/>
          </a:p>
        </p:txBody>
      </p:sp>
      <p:sp>
        <p:nvSpPr>
          <p:cNvPr id="5" name="TextBox 4"/>
          <p:cNvSpPr txBox="1"/>
          <p:nvPr/>
        </p:nvSpPr>
        <p:spPr>
          <a:xfrm>
            <a:off x="1810512" y="3542538"/>
            <a:ext cx="996696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zh-CN" altLang="en-US" sz="2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金字塔结构与逻辑关系示例</a:t>
            </a:r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1892808" y="4745736"/>
            <a:ext cx="8229600" cy="4297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示例市分公司 市场部</a:t>
            </a:r>
            <a:endParaRPr sz="2200"/>
          </a:p>
        </p:txBody>
      </p:sp>
      <p:sp>
        <p:nvSpPr>
          <p:cNvPr id="7" name="TextBox 6"/>
          <p:cNvSpPr txBox="1"/>
          <p:nvPr/>
        </p:nvSpPr>
        <p:spPr>
          <a:xfrm>
            <a:off x="1892808" y="5175504"/>
            <a:ext cx="8229600" cy="4297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2025年10月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73736"/>
            <a:ext cx="9966960" cy="603504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核心结论</a:t>
            </a:r>
            <a:endParaRPr sz="3000"/>
          </a:p>
        </p:txBody>
      </p:sp>
      <p:sp>
        <p:nvSpPr>
          <p:cNvPr id="3" name="Rectangle 2"/>
          <p:cNvSpPr/>
          <p:nvPr/>
        </p:nvSpPr>
        <p:spPr>
          <a:xfrm>
            <a:off x="274320" y="960120"/>
            <a:ext cx="11640312" cy="4800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64008" cy="4800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60120"/>
            <a:ext cx="11530584" cy="4800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建议以「提速+权益」续约为主方案，三个月内把到期续约率从62%提升到</a:t>
            </a: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70%</a:t>
            </a:r>
            <a:endParaRPr sz="1500"/>
          </a:p>
        </p:txBody>
      </p:sp>
      <p:cxnSp>
        <p:nvCxnSpPr>
          <p:cNvPr id="6" name="Connector 5"/>
          <p:cNvCxnSpPr/>
          <p:nvPr/>
        </p:nvCxnSpPr>
        <p:spPr>
          <a:xfrm>
            <a:off x="6094476" y="1440180"/>
            <a:ext cx="0" cy="182880"/>
          </a:xfrm>
          <a:prstGeom prst="line">
            <a:avLst/>
          </a:prstGeom>
          <a:ln w="15875">
            <a:solidFill>
              <a:srgbClr val="A6A6A6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626489" y="1623060"/>
            <a:ext cx="8935974" cy="0"/>
          </a:xfrm>
          <a:prstGeom prst="line">
            <a:avLst/>
          </a:prstGeom>
          <a:ln w="15875">
            <a:solidFill>
              <a:srgbClr val="A6A6A6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1626489" y="1623060"/>
            <a:ext cx="0" cy="182880"/>
          </a:xfrm>
          <a:prstGeom prst="line">
            <a:avLst/>
          </a:prstGeom>
          <a:ln w="15875">
            <a:solidFill>
              <a:srgbClr val="A6A6A6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274320" y="1805940"/>
            <a:ext cx="2704338" cy="548640"/>
          </a:xfrm>
          <a:prstGeom prst="rect">
            <a:avLst/>
          </a:prstGeom>
          <a:solidFill>
            <a:srgbClr val="FBE9E9"/>
          </a:solidFill>
          <a:ln>
            <a:noFill/>
          </a:ln>
        </p:spPr>
        <p:txBody>
          <a:bodyPr rtlCol="0" anchor="ctr" wrap="square" tIns="54864" bIns="54864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续约率下滑正在拉低渗透率</a:t>
            </a:r>
            <a:endParaRPr sz="1400"/>
          </a:p>
        </p:txBody>
      </p:sp>
      <p:sp>
        <p:nvSpPr>
          <p:cNvPr id="10" name="Rectangle 9"/>
          <p:cNvSpPr/>
          <p:nvPr/>
        </p:nvSpPr>
        <p:spPr>
          <a:xfrm>
            <a:off x="274320" y="2446020"/>
            <a:ext cx="2704338" cy="1367409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 wrap="square" lIns="128016" tIns="76810" rIns="128016" bIns="76810">
            <a:noAutofit/>
          </a:bodyPr>
          <a:lstStyle/>
          <a:p>
            <a:pPr algn="l" marL="164592" indent="-164592">
              <a:lnSpc>
                <a:spcPct val="130000"/>
              </a:lnSpc>
              <a:spcAft>
                <a:spcPts val="400"/>
              </a:spcAft>
              <a:buClr>
                <a:srgbClr val="595959"/>
              </a:buClr>
              <a:buSzPct val="100000"/>
              <a:buFont typeface="Arial" pitchFamily="2" charset="2"/>
              <a:buChar char="•"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到期续约率仅62%</a:t>
            </a:r>
            <a:endParaRPr sz="1300"/>
          </a:p>
          <a:p>
            <a:pPr algn="l" marL="164592" indent="-164592">
              <a:lnSpc>
                <a:spcPct val="130000"/>
              </a:lnSpc>
              <a:spcAft>
                <a:spcPts val="400"/>
              </a:spcAft>
              <a:buClr>
                <a:srgbClr val="595959"/>
              </a:buClr>
              <a:buSzPct val="100000"/>
              <a:buFont typeface="Arial" pitchFamily="2" charset="2"/>
              <a:buChar char="•"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月均拆机同比</a:t>
            </a:r>
            <a:r>
              <a:rPr lang="zh-CN" altLang="en-US" sz="13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+18.8%</a:t>
            </a:r>
            <a:endParaRPr sz="1300"/>
          </a:p>
          <a:p>
            <a:pPr algn="l" marL="164592" indent="-164592">
              <a:lnSpc>
                <a:spcPct val="130000"/>
              </a:lnSpc>
              <a:spcAft>
                <a:spcPts val="400"/>
              </a:spcAft>
              <a:buClr>
                <a:srgbClr val="595959"/>
              </a:buClr>
              <a:buSzPct val="100000"/>
              <a:buFont typeface="Arial" pitchFamily="2" charset="2"/>
              <a:buChar char="•"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拆机拖累渗透率</a:t>
            </a:r>
            <a:r>
              <a:rPr lang="zh-CN" altLang="en-US" sz="13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−0.6pp</a:t>
            </a:r>
            <a:endParaRPr sz="1300"/>
          </a:p>
        </p:txBody>
      </p:sp>
      <p:cxnSp>
        <p:nvCxnSpPr>
          <p:cNvPr id="11" name="Connector 10"/>
          <p:cNvCxnSpPr/>
          <p:nvPr/>
        </p:nvCxnSpPr>
        <p:spPr>
          <a:xfrm>
            <a:off x="4605147" y="1623060"/>
            <a:ext cx="0" cy="182880"/>
          </a:xfrm>
          <a:prstGeom prst="line">
            <a:avLst/>
          </a:prstGeom>
          <a:ln w="15875">
            <a:solidFill>
              <a:srgbClr val="A6A6A6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3252978" y="1805940"/>
            <a:ext cx="2704338" cy="548640"/>
          </a:xfrm>
          <a:prstGeom prst="rect">
            <a:avLst/>
          </a:prstGeom>
          <a:solidFill>
            <a:srgbClr val="FBE9E9"/>
          </a:solidFill>
          <a:ln>
            <a:noFill/>
          </a:ln>
        </p:spPr>
        <p:txBody>
          <a:bodyPr rtlCol="0" anchor="ctr" wrap="square" tIns="54864" bIns="54864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「提速+权益」综合最优</a:t>
            </a:r>
            <a:endParaRPr sz="1400"/>
          </a:p>
        </p:txBody>
      </p:sp>
      <p:sp>
        <p:nvSpPr>
          <p:cNvPr id="13" name="Rectangle 12"/>
          <p:cNvSpPr/>
          <p:nvPr/>
        </p:nvSpPr>
        <p:spPr>
          <a:xfrm>
            <a:off x="3252978" y="2446020"/>
            <a:ext cx="2704338" cy="1367409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 wrap="square" lIns="128016" tIns="76810" rIns="128016" bIns="76810">
            <a:noAutofit/>
          </a:bodyPr>
          <a:lstStyle/>
          <a:p>
            <a:pPr algn="l" marL="164592" indent="-164592">
              <a:lnSpc>
                <a:spcPct val="130000"/>
              </a:lnSpc>
              <a:spcAft>
                <a:spcPts val="400"/>
              </a:spcAft>
              <a:buClr>
                <a:srgbClr val="595959"/>
              </a:buClr>
              <a:buSzPct val="100000"/>
              <a:buFont typeface="Arial" pitchFamily="2" charset="2"/>
              <a:buChar char="•"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续约率提升接近最优</a:t>
            </a:r>
            <a:endParaRPr sz="1300"/>
          </a:p>
          <a:p>
            <a:pPr algn="l" marL="164592" indent="-164592">
              <a:lnSpc>
                <a:spcPct val="130000"/>
              </a:lnSpc>
              <a:spcAft>
                <a:spcPts val="400"/>
              </a:spcAft>
              <a:buClr>
                <a:srgbClr val="595959"/>
              </a:buClr>
              <a:buSzPct val="100000"/>
              <a:buFont typeface="Arial" pitchFamily="2" charset="2"/>
              <a:buChar char="•"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收入基本不受损</a:t>
            </a:r>
            <a:endParaRPr sz="1300"/>
          </a:p>
          <a:p>
            <a:pPr algn="l" marL="164592" indent="-164592">
              <a:lnSpc>
                <a:spcPct val="130000"/>
              </a:lnSpc>
              <a:spcAft>
                <a:spcPts val="400"/>
              </a:spcAft>
              <a:buClr>
                <a:srgbClr val="595959"/>
              </a:buClr>
              <a:buSzPct val="100000"/>
              <a:buFont typeface="Arial" pitchFamily="2" charset="2"/>
              <a:buChar char="•"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代价：需协调提速资源</a:t>
            </a:r>
            <a:endParaRPr sz="1300"/>
          </a:p>
        </p:txBody>
      </p:sp>
      <p:cxnSp>
        <p:nvCxnSpPr>
          <p:cNvPr id="14" name="Connector 13"/>
          <p:cNvCxnSpPr/>
          <p:nvPr/>
        </p:nvCxnSpPr>
        <p:spPr>
          <a:xfrm>
            <a:off x="7583805" y="1623060"/>
            <a:ext cx="0" cy="182880"/>
          </a:xfrm>
          <a:prstGeom prst="line">
            <a:avLst/>
          </a:prstGeom>
          <a:ln w="15875">
            <a:solidFill>
              <a:srgbClr val="A6A6A6"/>
            </a:solidFill>
          </a:ln>
        </p:spPr>
      </p:cxnSp>
      <p:sp>
        <p:nvSpPr>
          <p:cNvPr id="15" name="Rectangle 14"/>
          <p:cNvSpPr/>
          <p:nvPr/>
        </p:nvSpPr>
        <p:spPr>
          <a:xfrm>
            <a:off x="6231636" y="1805940"/>
            <a:ext cx="2704338" cy="548640"/>
          </a:xfrm>
          <a:prstGeom prst="rect">
            <a:avLst/>
          </a:prstGeom>
          <a:solidFill>
            <a:srgbClr val="FBE9E9"/>
          </a:solidFill>
          <a:ln>
            <a:noFill/>
          </a:ln>
        </p:spPr>
        <p:txBody>
          <a:bodyPr rtlCol="0" anchor="ctr" wrap="square" tIns="54864" bIns="54864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3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先推进三项高价值、低难度举措</a:t>
            </a:r>
            <a:endParaRPr sz="1350"/>
          </a:p>
        </p:txBody>
      </p:sp>
      <p:sp>
        <p:nvSpPr>
          <p:cNvPr id="16" name="Rectangle 15"/>
          <p:cNvSpPr/>
          <p:nvPr/>
        </p:nvSpPr>
        <p:spPr>
          <a:xfrm>
            <a:off x="6231636" y="2446020"/>
            <a:ext cx="2704338" cy="1367409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 wrap="square" lIns="128016" tIns="76810" rIns="128016" bIns="76810">
            <a:noAutofit/>
          </a:bodyPr>
          <a:lstStyle/>
          <a:p>
            <a:pPr algn="l" marL="164592" indent="-164592">
              <a:lnSpc>
                <a:spcPct val="130000"/>
              </a:lnSpc>
              <a:spcAft>
                <a:spcPts val="400"/>
              </a:spcAft>
              <a:buClr>
                <a:srgbClr val="595959"/>
              </a:buClr>
              <a:buSzPct val="100000"/>
              <a:buFont typeface="Arial" pitchFamily="2" charset="2"/>
              <a:buChar char="•"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到期前90天预警</a:t>
            </a:r>
            <a:endParaRPr sz="1300"/>
          </a:p>
          <a:p>
            <a:pPr algn="l" marL="164592" indent="-164592">
              <a:lnSpc>
                <a:spcPct val="130000"/>
              </a:lnSpc>
              <a:spcAft>
                <a:spcPts val="400"/>
              </a:spcAft>
              <a:buClr>
                <a:srgbClr val="595959"/>
              </a:buClr>
              <a:buSzPct val="100000"/>
              <a:buFont typeface="Arial" pitchFamily="2" charset="2"/>
              <a:buChar char="•"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提速权益包上架</a:t>
            </a:r>
            <a:endParaRPr sz="1300"/>
          </a:p>
          <a:p>
            <a:pPr algn="l" marL="164592" indent="-164592">
              <a:lnSpc>
                <a:spcPct val="130000"/>
              </a:lnSpc>
              <a:spcAft>
                <a:spcPts val="400"/>
              </a:spcAft>
              <a:buClr>
                <a:srgbClr val="595959"/>
              </a:buClr>
              <a:buSzPct val="100000"/>
              <a:buFont typeface="Arial" pitchFamily="2" charset="2"/>
              <a:buChar char="•"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客户经理续约激励</a:t>
            </a:r>
            <a:endParaRPr sz="1300"/>
          </a:p>
        </p:txBody>
      </p:sp>
      <p:cxnSp>
        <p:nvCxnSpPr>
          <p:cNvPr id="17" name="Connector 16"/>
          <p:cNvCxnSpPr/>
          <p:nvPr/>
        </p:nvCxnSpPr>
        <p:spPr>
          <a:xfrm>
            <a:off x="10562463" y="1623060"/>
            <a:ext cx="0" cy="182880"/>
          </a:xfrm>
          <a:prstGeom prst="line">
            <a:avLst/>
          </a:prstGeom>
          <a:ln w="15875">
            <a:solidFill>
              <a:srgbClr val="A6A6A6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9210294" y="1805940"/>
            <a:ext cx="2704338" cy="548640"/>
          </a:xfrm>
          <a:prstGeom prst="rect">
            <a:avLst/>
          </a:prstGeom>
          <a:solidFill>
            <a:srgbClr val="FBE9E9"/>
          </a:solidFill>
          <a:ln>
            <a:noFill/>
          </a:ln>
        </p:spPr>
        <p:txBody>
          <a:bodyPr rtlCol="0" anchor="ctr" wrap="square" tIns="54864" bIns="54864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建立月度续约运营闭环</a:t>
            </a:r>
            <a:endParaRPr sz="1400"/>
          </a:p>
        </p:txBody>
      </p:sp>
      <p:sp>
        <p:nvSpPr>
          <p:cNvPr id="19" name="Rectangle 18"/>
          <p:cNvSpPr/>
          <p:nvPr/>
        </p:nvSpPr>
        <p:spPr>
          <a:xfrm>
            <a:off x="9210294" y="2446020"/>
            <a:ext cx="2704338" cy="1367409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 wrap="square" lIns="128016" tIns="76810" rIns="128016" bIns="76810">
            <a:noAutofit/>
          </a:bodyPr>
          <a:lstStyle/>
          <a:p>
            <a:pPr algn="l" marL="164592" indent="-164592">
              <a:lnSpc>
                <a:spcPct val="130000"/>
              </a:lnSpc>
              <a:spcAft>
                <a:spcPts val="400"/>
              </a:spcAft>
              <a:buClr>
                <a:srgbClr val="595959"/>
              </a:buClr>
              <a:buSzPct val="100000"/>
              <a:buFont typeface="Arial" pitchFamily="2" charset="2"/>
              <a:buChar char="•"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预警→派单→触达→回传</a:t>
            </a:r>
            <a:endParaRPr sz="1300"/>
          </a:p>
          <a:p>
            <a:pPr algn="l" marL="164592" indent="-164592">
              <a:lnSpc>
                <a:spcPct val="130000"/>
              </a:lnSpc>
              <a:spcAft>
                <a:spcPts val="400"/>
              </a:spcAft>
              <a:buClr>
                <a:srgbClr val="595959"/>
              </a:buClr>
              <a:buSzPct val="100000"/>
              <a:buFont typeface="Arial" pitchFamily="2" charset="2"/>
              <a:buChar char="•"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按月评估并优化权益与话术</a:t>
            </a:r>
            <a:endParaRPr sz="1300"/>
          </a:p>
        </p:txBody>
      </p:sp>
      <p:sp>
        <p:nvSpPr>
          <p:cNvPr id="20" name="TextBox 19"/>
          <p:cNvSpPr txBox="1"/>
          <p:nvPr/>
        </p:nvSpPr>
        <p:spPr>
          <a:xfrm>
            <a:off x="274320" y="4087749"/>
            <a:ext cx="11640312" cy="33909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201168" indent="-201168">
              <a:lnSpc>
                <a:spcPct val="115000"/>
              </a:lnSpc>
              <a:buClr>
                <a:srgbClr val="C00000"/>
              </a:buClr>
              <a:buSzPct val="100000"/>
              <a:buFont typeface="Wingdings" pitchFamily="2" charset="2"/>
              <a:buChar char="p"/>
            </a:pPr>
            <a:r>
              <a:rPr lang="zh-CN" altLang="en-US" sz="15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需决策事项</a:t>
            </a:r>
            <a:endParaRPr sz="1500"/>
          </a:p>
        </p:txBody>
      </p:sp>
      <p:sp>
        <p:nvSpPr>
          <p:cNvPr id="21" name="Rectangle 20"/>
          <p:cNvSpPr/>
          <p:nvPr/>
        </p:nvSpPr>
        <p:spPr>
          <a:xfrm>
            <a:off x="274320" y="4499229"/>
            <a:ext cx="11640312" cy="1764411"/>
          </a:xfrm>
          <a:prstGeom prst="rect">
            <a:avLst/>
          </a:prstGeom>
          <a:solidFill>
            <a:srgbClr val="F1EBE9"/>
          </a:solidFill>
          <a:ln>
            <a:noFill/>
          </a:ln>
        </p:spPr>
        <p:txBody>
          <a:bodyPr rtlCol="0" anchor="ctr" wrap="square" lIns="182880" tIns="109728" rIns="182880" bIns="109728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Wingdings" pitchFamily="2" charset="2"/>
              <a:buChar char="p"/>
            </a:pPr>
            <a:r>
              <a:rPr lang="zh-CN" altLang="en-US"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批准方案：</a:t>
            </a:r>
            <a:r>
              <a:rPr lang="zh-CN" altLang="en-US"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以「提速+权益」作为四季度到期续约的主方案，降价续约仅作为兜底</a:t>
            </a:r>
            <a:endParaRPr sz="1400"/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Wingdings" pitchFamily="2" charset="2"/>
              <a:buChar char="p"/>
            </a:pPr>
            <a:r>
              <a:rPr lang="zh-CN" altLang="en-US"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协调资源：</a:t>
            </a:r>
            <a:r>
              <a:rPr lang="zh-CN" altLang="en-US"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由网络部保障到期用户的提速资源，11月底前完成</a:t>
            </a:r>
            <a:endParaRPr sz="1400"/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Wingdings" pitchFamily="2" charset="2"/>
              <a:buChar char="p"/>
            </a:pPr>
            <a:r>
              <a:rPr lang="zh-CN" altLang="en-US"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考核导向：</a:t>
            </a:r>
            <a:r>
              <a:rPr lang="zh-CN" altLang="en-US"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把到期续约率纳入客户经理四季度考核</a:t>
            </a:r>
            <a:endParaRPr sz="1400"/>
          </a:p>
        </p:txBody>
      </p:sp>
      <p:sp>
        <p:nvSpPr>
          <p:cNvPr id="22" name="TextBox 21"/>
          <p:cNvSpPr txBox="1"/>
          <p:nvPr/>
        </p:nvSpPr>
        <p:spPr>
          <a:xfrm>
            <a:off x="274320" y="6336792"/>
            <a:ext cx="1060704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9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数据来源：宽带运营系统、续约专项调研（示例数据）；统计口径：2025年1-9月</a:t>
            </a:r>
            <a:endParaRPr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73736"/>
            <a:ext cx="9966960" cy="603504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一、为什么要做：续约率下滑正在拉低渗透率</a:t>
            </a:r>
            <a:endParaRPr sz="3000"/>
          </a:p>
        </p:txBody>
      </p:sp>
      <p:sp>
        <p:nvSpPr>
          <p:cNvPr id="3" name="Rectangle 2"/>
          <p:cNvSpPr/>
          <p:nvPr/>
        </p:nvSpPr>
        <p:spPr>
          <a:xfrm>
            <a:off x="274320" y="960120"/>
            <a:ext cx="11640312" cy="4800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64008" cy="4800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60120"/>
            <a:ext cx="11530584" cy="4800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续约问题沿「提醒滞后 → 触达不足 → 竞对挖转 → 拆机上升」传导，拆机拖累渗透率</a:t>
            </a:r>
            <a:r>
              <a:rPr lang="zh-CN" altLang="en-US" sz="15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−0.6pp</a:t>
            </a:r>
            <a:endParaRPr sz="1500"/>
          </a:p>
        </p:txBody>
      </p:sp>
      <p:sp>
        <p:nvSpPr>
          <p:cNvPr id="6" name="Rectangle 5"/>
          <p:cNvSpPr/>
          <p:nvPr/>
        </p:nvSpPr>
        <p:spPr>
          <a:xfrm>
            <a:off x="274320" y="5806440"/>
            <a:ext cx="11640312" cy="457200"/>
          </a:xfrm>
          <a:prstGeom prst="rect">
            <a:avLst/>
          </a:prstGeom>
          <a:solidFill>
            <a:srgbClr val="F1EBE9"/>
          </a:solidFill>
          <a:ln>
            <a:noFill/>
          </a:ln>
        </p:spPr>
        <p:txBody>
          <a:bodyPr rtlCol="0" anchor="ctr" wrap="square" lIns="137160" tIns="73152" rIns="137160" bIns="73152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启示：</a:t>
            </a: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链条起点是提醒窗口过短，把预警提前到到期前90天、补齐触达，是阻断传导成本最低的环节</a:t>
            </a:r>
            <a:endParaRPr sz="1300"/>
          </a:p>
        </p:txBody>
      </p:sp>
      <p:sp>
        <p:nvSpPr>
          <p:cNvPr id="7" name="Rectangle 6"/>
          <p:cNvSpPr/>
          <p:nvPr/>
        </p:nvSpPr>
        <p:spPr>
          <a:xfrm>
            <a:off x="274320" y="1696212"/>
            <a:ext cx="1486814" cy="1737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tIns="54864" bIns="54864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zh-CN" altLang="en-US" sz="10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起因</a:t>
            </a:r>
            <a:endParaRPr sz="1000"/>
          </a:p>
          <a:p>
            <a:pPr algn="ctr" marL="0" indent="0">
              <a:lnSpc>
                <a:spcPct val="120000"/>
              </a:lnSpc>
              <a:buNone/>
            </a:pPr>
            <a:r>
              <a:rPr lang="zh-CN" altLang="en-US"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到期提醒滞后</a:t>
            </a:r>
            <a:endParaRPr sz="1400"/>
          </a:p>
          <a:p>
            <a:pPr algn="ctr" marL="0" indent="0">
              <a:lnSpc>
                <a:spcPct val="120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仅提前30天</a:t>
            </a:r>
            <a:endParaRPr sz="1200"/>
          </a:p>
        </p:txBody>
      </p:sp>
      <p:sp>
        <p:nvSpPr>
          <p:cNvPr id="8" name="Rectangle 7"/>
          <p:cNvSpPr/>
          <p:nvPr/>
        </p:nvSpPr>
        <p:spPr>
          <a:xfrm>
            <a:off x="2812694" y="1696212"/>
            <a:ext cx="148681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rtlCol="0" anchor="ctr" wrap="square" tIns="54864" bIns="54864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zh-CN" altLang="en-US" sz="10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传导</a:t>
            </a:r>
            <a:endParaRPr sz="1000"/>
          </a:p>
          <a:p>
            <a:pPr algn="ctr" marL="0" indent="0">
              <a:lnSpc>
                <a:spcPct val="120000"/>
              </a:lnSpc>
              <a:buNone/>
            </a:pPr>
            <a:r>
              <a:rPr lang="zh-CN" altLang="en-US"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续约触达不足</a:t>
            </a:r>
            <a:endParaRPr sz="1400"/>
          </a:p>
          <a:p>
            <a:pPr algn="ctr" marL="0" indent="0">
              <a:lnSpc>
                <a:spcPct val="120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触达率41%</a:t>
            </a:r>
            <a:endParaRPr sz="1200"/>
          </a:p>
        </p:txBody>
      </p:sp>
      <p:sp>
        <p:nvSpPr>
          <p:cNvPr id="9" name="Rectangle 8"/>
          <p:cNvSpPr/>
          <p:nvPr/>
        </p:nvSpPr>
        <p:spPr>
          <a:xfrm>
            <a:off x="5351069" y="1696212"/>
            <a:ext cx="148681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rtlCol="0" anchor="ctr" wrap="square" tIns="54864" bIns="54864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zh-CN" altLang="en-US" sz="10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传导</a:t>
            </a:r>
            <a:endParaRPr sz="1000"/>
          </a:p>
          <a:p>
            <a:pPr algn="ctr" marL="0" indent="0">
              <a:lnSpc>
                <a:spcPct val="120000"/>
              </a:lnSpc>
              <a:buNone/>
            </a:pPr>
            <a:r>
              <a:rPr lang="zh-CN" altLang="en-US"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竞对低价挖转</a:t>
            </a:r>
            <a:endParaRPr sz="1400"/>
          </a:p>
          <a:p>
            <a:pPr algn="ctr" marL="0" indent="0">
              <a:lnSpc>
                <a:spcPct val="120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异网集中优惠</a:t>
            </a:r>
            <a:endParaRPr sz="1200"/>
          </a:p>
        </p:txBody>
      </p:sp>
      <p:sp>
        <p:nvSpPr>
          <p:cNvPr id="10" name="Rectangle 9"/>
          <p:cNvSpPr/>
          <p:nvPr/>
        </p:nvSpPr>
        <p:spPr>
          <a:xfrm>
            <a:off x="7889443" y="1696212"/>
            <a:ext cx="148681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rtlCol="0" anchor="ctr" wrap="square" tIns="54864" bIns="54864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zh-CN" altLang="en-US" sz="10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传导</a:t>
            </a:r>
            <a:endParaRPr sz="1000"/>
          </a:p>
          <a:p>
            <a:pPr algn="ctr" marL="0" indent="0">
              <a:lnSpc>
                <a:spcPct val="120000"/>
              </a:lnSpc>
              <a:buNone/>
            </a:pPr>
            <a:r>
              <a:rPr lang="zh-CN" altLang="en-US"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到期拆机上升</a:t>
            </a:r>
            <a:endParaRPr sz="1400"/>
          </a:p>
          <a:p>
            <a:pPr algn="ctr" marL="0" indent="0">
              <a:lnSpc>
                <a:spcPct val="120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月均1.64万户</a:t>
            </a:r>
            <a:endParaRPr sz="1200"/>
          </a:p>
        </p:txBody>
      </p:sp>
      <p:sp>
        <p:nvSpPr>
          <p:cNvPr id="11" name="Rectangle 10"/>
          <p:cNvSpPr/>
          <p:nvPr/>
        </p:nvSpPr>
        <p:spPr>
          <a:xfrm>
            <a:off x="10427818" y="1696212"/>
            <a:ext cx="1486814" cy="1737360"/>
          </a:xfrm>
          <a:prstGeom prst="rect">
            <a:avLst/>
          </a:prstGeom>
          <a:solidFill>
            <a:srgbClr val="FBE9E9"/>
          </a:solidFill>
          <a:ln w="9525">
            <a:solidFill>
              <a:srgbClr val="C00000"/>
            </a:solidFill>
          </a:ln>
        </p:spPr>
        <p:txBody>
          <a:bodyPr rtlCol="0" anchor="ctr" wrap="square" tIns="54864" bIns="54864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zh-CN" altLang="en-US" sz="10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结果</a:t>
            </a:r>
            <a:endParaRPr sz="1000"/>
          </a:p>
          <a:p>
            <a:pPr algn="ctr" marL="0" indent="0">
              <a:lnSpc>
                <a:spcPct val="120000"/>
              </a:lnSpc>
              <a:buNone/>
            </a:pPr>
            <a:r>
              <a:rPr lang="zh-CN" altLang="en-US"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渗透率下滑</a:t>
            </a:r>
            <a:endParaRPr sz="1400"/>
          </a:p>
          <a:p>
            <a:pPr algn="ctr" marL="0" indent="0">
              <a:lnSpc>
                <a:spcPct val="120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较年初</a:t>
            </a:r>
            <a:r>
              <a:rPr lang="zh-CN" altLang="en-US" sz="12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−1.3pp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1761134" y="2564892"/>
            <a:ext cx="105156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</p:cxnSp>
      <p:sp>
        <p:nvSpPr>
          <p:cNvPr id="13" name="TextBox 12"/>
          <p:cNvSpPr txBox="1"/>
          <p:nvPr/>
        </p:nvSpPr>
        <p:spPr>
          <a:xfrm>
            <a:off x="1761134" y="2619756"/>
            <a:ext cx="1051560" cy="502920"/>
          </a:xfrm>
          <a:prstGeom prst="rect">
            <a:avLst/>
          </a:prstGeom>
          <a:noFill/>
        </p:spPr>
        <p:txBody>
          <a:bodyPr wrap="square" lIns="18288" tIns="10973" rIns="18288" bIns="10973" anchor="t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触达窗口过短</a:t>
            </a:r>
            <a:endParaRPr sz="1000"/>
          </a:p>
        </p:txBody>
      </p:sp>
      <p:cxnSp>
        <p:nvCxnSpPr>
          <p:cNvPr id="14" name="Connector 13"/>
          <p:cNvCxnSpPr/>
          <p:nvPr/>
        </p:nvCxnSpPr>
        <p:spPr>
          <a:xfrm>
            <a:off x="4299509" y="2564892"/>
            <a:ext cx="105156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4299509" y="2619756"/>
            <a:ext cx="1051560" cy="502920"/>
          </a:xfrm>
          <a:prstGeom prst="rect">
            <a:avLst/>
          </a:prstGeom>
          <a:noFill/>
        </p:spPr>
        <p:txBody>
          <a:bodyPr wrap="square" lIns="18288" tIns="10973" rIns="18288" bIns="10973" anchor="t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触达率</a:t>
            </a:r>
            <a:r>
              <a:rPr lang="zh-CN" altLang="en-US" sz="10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−12.0pp</a:t>
            </a:r>
            <a:endParaRPr sz="1000"/>
          </a:p>
        </p:txBody>
      </p:sp>
      <p:cxnSp>
        <p:nvCxnSpPr>
          <p:cNvPr id="16" name="Connector 15"/>
          <p:cNvCxnSpPr/>
          <p:nvPr/>
        </p:nvCxnSpPr>
        <p:spPr>
          <a:xfrm>
            <a:off x="6837883" y="2564892"/>
            <a:ext cx="1051560" cy="0"/>
          </a:xfrm>
          <a:prstGeom prst="line">
            <a:avLst/>
          </a:prstGeom>
          <a:ln w="19050">
            <a:solidFill>
              <a:srgbClr val="A6A6A6"/>
            </a:solidFill>
            <a:prstDash val="dash"/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6837883" y="2619756"/>
            <a:ext cx="1051560" cy="502920"/>
          </a:xfrm>
          <a:prstGeom prst="rect">
            <a:avLst/>
          </a:prstGeom>
          <a:noFill/>
        </p:spPr>
        <p:txBody>
          <a:bodyPr wrap="square" lIns="18288" tIns="10973" rIns="18288" bIns="10973" anchor="t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0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抽样：挖转占45%（待验证）</a:t>
            </a:r>
            <a:endParaRPr sz="1000"/>
          </a:p>
        </p:txBody>
      </p:sp>
      <p:cxnSp>
        <p:nvCxnSpPr>
          <p:cNvPr id="18" name="Connector 17"/>
          <p:cNvCxnSpPr/>
          <p:nvPr/>
        </p:nvCxnSpPr>
        <p:spPr>
          <a:xfrm>
            <a:off x="9376258" y="2564892"/>
            <a:ext cx="105156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9376258" y="2619756"/>
            <a:ext cx="1051560" cy="502920"/>
          </a:xfrm>
          <a:prstGeom prst="rect">
            <a:avLst/>
          </a:prstGeom>
          <a:noFill/>
        </p:spPr>
        <p:txBody>
          <a:bodyPr wrap="square" lIns="18288" tIns="10973" rIns="18288" bIns="10973" anchor="t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贡献</a:t>
            </a:r>
            <a:r>
              <a:rPr lang="zh-CN" altLang="en-US" sz="10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−0.6pp</a:t>
            </a:r>
            <a:endParaRPr sz="1000"/>
          </a:p>
        </p:txBody>
      </p:sp>
      <p:sp>
        <p:nvSpPr>
          <p:cNvPr id="20" name="Rectangle 19"/>
          <p:cNvSpPr/>
          <p:nvPr/>
        </p:nvSpPr>
        <p:spPr>
          <a:xfrm>
            <a:off x="274320" y="3570732"/>
            <a:ext cx="1486814" cy="20528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rtlCol="0" anchor="ctr" wrap="square" lIns="109728" tIns="65837" rIns="109728" bIns="65837">
            <a:noAutofit/>
          </a:bodyPr>
          <a:lstStyle/>
          <a:p>
            <a:pPr algn="ctr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系统提前30天提醒</a:t>
            </a:r>
            <a:endParaRPr sz="1200"/>
          </a:p>
          <a:p>
            <a:pPr algn="ctr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竞对提前60天</a:t>
            </a:r>
            <a:endParaRPr sz="1200"/>
          </a:p>
        </p:txBody>
      </p:sp>
      <p:sp>
        <p:nvSpPr>
          <p:cNvPr id="21" name="Rectangle 20"/>
          <p:cNvSpPr/>
          <p:nvPr/>
        </p:nvSpPr>
        <p:spPr>
          <a:xfrm>
            <a:off x="2812694" y="3570732"/>
            <a:ext cx="1486814" cy="20528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rtlCol="0" anchor="ctr" wrap="square" lIns="109728" tIns="65837" rIns="109728" bIns="65837">
            <a:noAutofit/>
          </a:bodyPr>
          <a:lstStyle/>
          <a:p>
            <a:pPr algn="ctr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去年同期触达率</a:t>
            </a:r>
            <a:endParaRPr sz="1200"/>
          </a:p>
          <a:p>
            <a:pPr algn="ctr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53%</a:t>
            </a:r>
            <a:endParaRPr sz="1200"/>
          </a:p>
        </p:txBody>
      </p:sp>
      <p:sp>
        <p:nvSpPr>
          <p:cNvPr id="22" name="Rectangle 21"/>
          <p:cNvSpPr/>
          <p:nvPr/>
        </p:nvSpPr>
        <p:spPr>
          <a:xfrm>
            <a:off x="5351069" y="3570732"/>
            <a:ext cx="1486814" cy="20528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rtlCol="0" anchor="ctr" wrap="square" lIns="109728" tIns="65837" rIns="109728" bIns="65837">
            <a:noAutofit/>
          </a:bodyPr>
          <a:lstStyle/>
          <a:p>
            <a:pPr algn="ctr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回访抽样300户</a:t>
            </a:r>
            <a:endParaRPr sz="1200"/>
          </a:p>
          <a:p>
            <a:pPr algn="ctr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需全量核实</a:t>
            </a:r>
            <a:endParaRPr sz="1200"/>
          </a:p>
        </p:txBody>
      </p:sp>
      <p:sp>
        <p:nvSpPr>
          <p:cNvPr id="23" name="Rectangle 22"/>
          <p:cNvSpPr/>
          <p:nvPr/>
        </p:nvSpPr>
        <p:spPr>
          <a:xfrm>
            <a:off x="7889443" y="3570732"/>
            <a:ext cx="1486814" cy="20528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rtlCol="0" anchor="ctr" wrap="square" lIns="109728" tIns="65837" rIns="109728" bIns="65837">
            <a:noAutofit/>
          </a:bodyPr>
          <a:lstStyle/>
          <a:p>
            <a:pPr algn="ctr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月均拆机同比</a:t>
            </a:r>
            <a:endParaRPr sz="1200"/>
          </a:p>
          <a:p>
            <a:pPr algn="ctr" marL="0" indent="0">
              <a:lnSpc>
                <a:spcPct val="130000"/>
              </a:lnSpc>
              <a:buNone/>
            </a:pPr>
            <a:r>
              <a:rPr lang="zh-CN" altLang="en-US" sz="12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+18.8%</a:t>
            </a:r>
            <a:endParaRPr sz="1200"/>
          </a:p>
        </p:txBody>
      </p:sp>
      <p:sp>
        <p:nvSpPr>
          <p:cNvPr id="24" name="Rectangle 23"/>
          <p:cNvSpPr/>
          <p:nvPr/>
        </p:nvSpPr>
        <p:spPr>
          <a:xfrm>
            <a:off x="10427818" y="3570732"/>
            <a:ext cx="1486814" cy="20528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rtlCol="0" anchor="ctr" wrap="square" lIns="109728" tIns="65837" rIns="109728" bIns="65837">
            <a:noAutofit/>
          </a:bodyPr>
          <a:lstStyle/>
          <a:p>
            <a:pPr algn="ctr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口径：在网用户</a:t>
            </a:r>
            <a:endParaRPr sz="1200"/>
          </a:p>
          <a:p>
            <a:pPr algn="ctr" marL="0" indent="0">
              <a:lnSpc>
                <a:spcPct val="13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÷ 住户数</a:t>
            </a:r>
            <a:endParaRPr sz="1200"/>
          </a:p>
        </p:txBody>
      </p:sp>
      <p:sp>
        <p:nvSpPr>
          <p:cNvPr id="25" name="TextBox 24"/>
          <p:cNvSpPr txBox="1"/>
          <p:nvPr/>
        </p:nvSpPr>
        <p:spPr>
          <a:xfrm>
            <a:off x="274320" y="6336792"/>
            <a:ext cx="1060704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9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数据来源：宽带运营系统、续约专项调研（示例数据）；统计口径：2025年1-9月；虚线环节为待验证假设</a:t>
            </a:r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73736"/>
            <a:ext cx="9966960" cy="603504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二、选什么方案：「提速+权益」续约综合最优</a:t>
            </a:r>
            <a:endParaRPr sz="3000"/>
          </a:p>
        </p:txBody>
      </p:sp>
      <p:sp>
        <p:nvSpPr>
          <p:cNvPr id="3" name="Rectangle 2"/>
          <p:cNvSpPr/>
          <p:nvPr/>
        </p:nvSpPr>
        <p:spPr>
          <a:xfrm>
            <a:off x="274320" y="960120"/>
            <a:ext cx="11640312" cy="4800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64008" cy="4800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60120"/>
            <a:ext cx="11530584" cy="4800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三个方案中，「提速+权益」续约在续约率与收入之间取得最好平衡，代价是需协调提速资源</a:t>
            </a:r>
            <a:endParaRPr sz="150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604772"/>
          <a:ext cx="11640312" cy="373824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63040"/>
                <a:gridCol w="3392424"/>
                <a:gridCol w="3392424"/>
                <a:gridCol w="3392424"/>
              </a:tblGrid>
              <a:tr h="747649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评价维度</a:t>
                      </a:r>
                      <a:endParaRPr sz="1300"/>
                    </a:p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（★越多越优）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降价续约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提速+权益续约（推荐）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融合捆绑续约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</a:tr>
              <a:tr h="747649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续约率提升</a:t>
                      </a:r>
                      <a:endParaRPr sz="12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★★★★☆</a:t>
                      </a:r>
                      <a:endParaRPr sz="1200"/>
                    </a:p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预计 +9pp</a:t>
                      </a:r>
                      <a:endParaRPr sz="12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★★★★☆</a:t>
                      </a:r>
                      <a:endParaRPr sz="1200"/>
                    </a:p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预计 +8pp</a:t>
                      </a:r>
                      <a:endParaRPr sz="12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★★★★★</a:t>
                      </a:r>
                      <a:endParaRPr sz="1200"/>
                    </a:p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预计 +11pp</a:t>
                      </a:r>
                      <a:endParaRPr sz="12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7649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收入影响</a:t>
                      </a:r>
                      <a:endParaRPr sz="12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★☆☆☆☆</a:t>
                      </a:r>
                      <a:endParaRPr sz="1200"/>
                    </a:p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ARPU 约降 8%</a:t>
                      </a:r>
                      <a:endParaRPr sz="12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★★★★☆</a:t>
                      </a:r>
                      <a:endParaRPr sz="1200"/>
                    </a:p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ARPU 基本持平</a:t>
                      </a:r>
                      <a:endParaRPr sz="12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★★★☆☆</a:t>
                      </a:r>
                      <a:endParaRPr sz="1200"/>
                    </a:p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短期让利</a:t>
                      </a:r>
                      <a:endParaRPr sz="12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7649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实施难度</a:t>
                      </a:r>
                      <a:endParaRPr sz="12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★★★★★</a:t>
                      </a:r>
                      <a:endParaRPr sz="1200"/>
                    </a:p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资费调整即可</a:t>
                      </a:r>
                      <a:endParaRPr sz="12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★★★★☆</a:t>
                      </a:r>
                      <a:endParaRPr sz="1200"/>
                    </a:p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需协调提速资源</a:t>
                      </a:r>
                      <a:endParaRPr sz="12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★★☆☆☆</a:t>
                      </a:r>
                      <a:endParaRPr sz="1200"/>
                    </a:p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需改造产品与系统</a:t>
                      </a:r>
                      <a:endParaRPr sz="12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7649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见效周期</a:t>
                      </a:r>
                      <a:endParaRPr sz="12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★★★★★</a:t>
                      </a:r>
                      <a:endParaRPr sz="1200"/>
                    </a:p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个月</a:t>
                      </a:r>
                      <a:endParaRPr sz="12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★★★★☆</a:t>
                      </a:r>
                      <a:endParaRPr sz="1200"/>
                    </a:p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1–2 个月</a:t>
                      </a:r>
                      <a:endParaRPr sz="12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★★☆☆☆</a:t>
                      </a:r>
                      <a:endParaRPr sz="1200"/>
                    </a:p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个月以上</a:t>
                      </a:r>
                      <a:endParaRPr sz="12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5525897"/>
            <a:ext cx="11640312" cy="737743"/>
          </a:xfrm>
          <a:prstGeom prst="rect">
            <a:avLst/>
          </a:prstGeom>
          <a:solidFill>
            <a:srgbClr val="F1EBE9"/>
          </a:solidFill>
          <a:ln>
            <a:noFill/>
          </a:ln>
        </p:spPr>
        <p:txBody>
          <a:bodyPr rtlCol="0" anchor="ctr" wrap="square" lIns="137160" tIns="82296" rIns="137160" bIns="82296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结论：</a:t>
            </a: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推荐「提速+权益续约」——续约率提升接近最优，且收入基本不受损。</a:t>
            </a:r>
            <a:r>
              <a:rPr lang="zh-CN" altLang="en-US"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代价：</a:t>
            </a: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需网络部协调提速资源，见效比降价续约晚约 1 个月；融合捆绑可作为下一阶段方案。</a:t>
            </a:r>
            <a:endParaRPr sz="1300"/>
          </a:p>
        </p:txBody>
      </p:sp>
      <p:sp>
        <p:nvSpPr>
          <p:cNvPr id="8" name="TextBox 7"/>
          <p:cNvSpPr txBox="1"/>
          <p:nvPr/>
        </p:nvSpPr>
        <p:spPr>
          <a:xfrm>
            <a:off x="274320" y="6336792"/>
            <a:ext cx="1060704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9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数据来源：宽带运营系统、续约专项调研（示例数据）；统计口径：2025年1-9月；★为三个方案之间的相对评价（初评），预计值为测算，需试点验证</a:t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73736"/>
            <a:ext cx="9966960" cy="603504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三、先做什么：优先推进三项高价值、低难度举措</a:t>
            </a:r>
            <a:endParaRPr sz="3000"/>
          </a:p>
        </p:txBody>
      </p:sp>
      <p:sp>
        <p:nvSpPr>
          <p:cNvPr id="3" name="Rectangle 2"/>
          <p:cNvSpPr/>
          <p:nvPr/>
        </p:nvSpPr>
        <p:spPr>
          <a:xfrm>
            <a:off x="274320" y="960120"/>
            <a:ext cx="11640312" cy="4800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64008" cy="4800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60120"/>
            <a:ext cx="11530584" cy="4800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七项候选举措按「业务价值 × 实施难度」评估，左上象限的三项本月启动，右上两项纳入四季度规划</a:t>
            </a:r>
            <a:endParaRPr sz="1500"/>
          </a:p>
        </p:txBody>
      </p:sp>
      <p:sp>
        <p:nvSpPr>
          <p:cNvPr id="6" name="TextBox 5"/>
          <p:cNvSpPr txBox="1"/>
          <p:nvPr/>
        </p:nvSpPr>
        <p:spPr>
          <a:xfrm>
            <a:off x="274320" y="1604772"/>
            <a:ext cx="4572000" cy="31089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↑ 业务价值</a:t>
            </a: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（低 → 高）</a:t>
            </a:r>
            <a:endParaRPr sz="1200"/>
          </a:p>
        </p:txBody>
      </p:sp>
      <p:sp>
        <p:nvSpPr>
          <p:cNvPr id="7" name="TextBox 6"/>
          <p:cNvSpPr txBox="1"/>
          <p:nvPr/>
        </p:nvSpPr>
        <p:spPr>
          <a:xfrm>
            <a:off x="3485007" y="5934456"/>
            <a:ext cx="4572000" cy="31089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r" marL="0" indent="0">
              <a:lnSpc>
                <a:spcPct val="115000"/>
              </a:lnSpc>
              <a:buNone/>
            </a:pPr>
            <a:r>
              <a:rPr lang="zh-CN" altLang="en-US"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实施难度</a:t>
            </a: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（低 → 高） </a:t>
            </a:r>
            <a:r>
              <a:rPr lang="zh-CN" altLang="en-US"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200"/>
          </a:p>
        </p:txBody>
      </p:sp>
      <p:sp>
        <p:nvSpPr>
          <p:cNvPr id="8" name="Rectangle 7"/>
          <p:cNvSpPr/>
          <p:nvPr/>
        </p:nvSpPr>
        <p:spPr>
          <a:xfrm>
            <a:off x="411480" y="1970532"/>
            <a:ext cx="3795332" cy="1913382"/>
          </a:xfrm>
          <a:prstGeom prst="rect">
            <a:avLst/>
          </a:prstGeom>
          <a:solidFill>
            <a:srgbClr val="FBE9E9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43684"/>
            <a:ext cx="2277199" cy="4937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zh-CN" altLang="en-US"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优先推进</a:t>
            </a:r>
            <a:endParaRPr sz="1300"/>
          </a:p>
          <a:p>
            <a:pPr algn="l" marL="0" indent="0">
              <a:lnSpc>
                <a:spcPct val="110000"/>
              </a:lnSpc>
              <a:buNone/>
            </a:pPr>
            <a:r>
              <a:rPr lang="zh-CN" altLang="en-US" sz="11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高价值、低难度</a:t>
            </a:r>
            <a:endParaRPr sz="1100"/>
          </a:p>
        </p:txBody>
      </p:sp>
      <p:sp>
        <p:nvSpPr>
          <p:cNvPr id="10" name="Rectangle 9"/>
          <p:cNvSpPr/>
          <p:nvPr/>
        </p:nvSpPr>
        <p:spPr>
          <a:xfrm>
            <a:off x="4261676" y="1970532"/>
            <a:ext cx="3795332" cy="191338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88368" y="2043684"/>
            <a:ext cx="2277199" cy="4937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r" marL="0" indent="0">
              <a:lnSpc>
                <a:spcPct val="110000"/>
              </a:lnSpc>
              <a:buNone/>
            </a:pPr>
            <a:r>
              <a:rPr lang="zh-CN" altLang="en-US" sz="13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重点规划</a:t>
            </a:r>
            <a:endParaRPr sz="1300"/>
          </a:p>
          <a:p>
            <a:pPr algn="r" marL="0" indent="0">
              <a:lnSpc>
                <a:spcPct val="110000"/>
              </a:lnSpc>
              <a:buNone/>
            </a:pPr>
            <a:r>
              <a:rPr lang="zh-CN" altLang="en-US" sz="11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高价值、高难度</a:t>
            </a:r>
            <a:endParaRPr sz="1100"/>
          </a:p>
        </p:txBody>
      </p:sp>
      <p:sp>
        <p:nvSpPr>
          <p:cNvPr id="12" name="Rectangle 11"/>
          <p:cNvSpPr/>
          <p:nvPr/>
        </p:nvSpPr>
        <p:spPr>
          <a:xfrm>
            <a:off x="411480" y="3938778"/>
            <a:ext cx="3795332" cy="191338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285232"/>
            <a:ext cx="2277199" cy="4937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zh-CN" altLang="en-US" sz="13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顺手完成</a:t>
            </a:r>
            <a:endParaRPr sz="1300"/>
          </a:p>
          <a:p>
            <a:pPr algn="l" marL="0" indent="0">
              <a:lnSpc>
                <a:spcPct val="110000"/>
              </a:lnSpc>
              <a:buNone/>
            </a:pPr>
            <a:r>
              <a:rPr lang="zh-CN" altLang="en-US" sz="11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低价值、低难度</a:t>
            </a:r>
            <a:endParaRPr sz="1100"/>
          </a:p>
        </p:txBody>
      </p:sp>
      <p:sp>
        <p:nvSpPr>
          <p:cNvPr id="14" name="Rectangle 13"/>
          <p:cNvSpPr/>
          <p:nvPr/>
        </p:nvSpPr>
        <p:spPr>
          <a:xfrm>
            <a:off x="4261676" y="3938778"/>
            <a:ext cx="3795332" cy="191338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8368" y="5285232"/>
            <a:ext cx="2277199" cy="4937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r" marL="0" indent="0">
              <a:lnSpc>
                <a:spcPct val="110000"/>
              </a:lnSpc>
              <a:buNone/>
            </a:pPr>
            <a:r>
              <a:rPr lang="zh-CN" altLang="en-US" sz="13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暂缓</a:t>
            </a:r>
            <a:endParaRPr sz="1300"/>
          </a:p>
          <a:p>
            <a:pPr algn="r" marL="0" indent="0">
              <a:lnSpc>
                <a:spcPct val="110000"/>
              </a:lnSpc>
              <a:buNone/>
            </a:pPr>
            <a:r>
              <a:rPr lang="zh-CN" altLang="en-US" sz="11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低价值、高难度</a:t>
            </a:r>
            <a:endParaRPr sz="1100"/>
          </a:p>
        </p:txBody>
      </p:sp>
      <p:cxnSp>
        <p:nvCxnSpPr>
          <p:cNvPr id="16" name="Connector 15"/>
          <p:cNvCxnSpPr/>
          <p:nvPr/>
        </p:nvCxnSpPr>
        <p:spPr>
          <a:xfrm>
            <a:off x="411480" y="5888736"/>
            <a:ext cx="7645527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</p:cxnSp>
      <p:cxnSp>
        <p:nvCxnSpPr>
          <p:cNvPr id="17" name="Connector 16"/>
          <p:cNvCxnSpPr/>
          <p:nvPr/>
        </p:nvCxnSpPr>
        <p:spPr>
          <a:xfrm flipV="1">
            <a:off x="374904" y="1970532"/>
            <a:ext cx="0" cy="3881628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</p:cxnSp>
      <p:sp>
        <p:nvSpPr>
          <p:cNvPr id="18" name="Oval 17"/>
          <p:cNvSpPr/>
          <p:nvPr/>
        </p:nvSpPr>
        <p:spPr>
          <a:xfrm>
            <a:off x="2668562" y="3218116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8018" y="3172397"/>
            <a:ext cx="695960" cy="274320"/>
          </a:xfrm>
          <a:prstGeom prst="rect">
            <a:avLst/>
          </a:prstGeom>
          <a:noFill/>
        </p:spPr>
        <p:txBody>
          <a:bodyPr wrap="square" lIns="18288" tIns="10973" rIns="18288" bIns="10973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续约激励</a:t>
            </a:r>
            <a:endParaRPr sz="1100"/>
          </a:p>
        </p:txBody>
      </p:sp>
      <p:sp>
        <p:nvSpPr>
          <p:cNvPr id="20" name="Oval 19"/>
          <p:cNvSpPr/>
          <p:nvPr/>
        </p:nvSpPr>
        <p:spPr>
          <a:xfrm>
            <a:off x="1562881" y="2750058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82337" y="2704338"/>
            <a:ext cx="720107" cy="274320"/>
          </a:xfrm>
          <a:prstGeom prst="rect">
            <a:avLst/>
          </a:prstGeom>
          <a:noFill/>
        </p:spPr>
        <p:txBody>
          <a:bodyPr wrap="square" lIns="18288" tIns="10973" rIns="18288" bIns="10973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90天预警</a:t>
            </a:r>
            <a:endParaRPr sz="1100"/>
          </a:p>
        </p:txBody>
      </p:sp>
      <p:sp>
        <p:nvSpPr>
          <p:cNvPr id="22" name="Oval 21"/>
          <p:cNvSpPr/>
          <p:nvPr/>
        </p:nvSpPr>
        <p:spPr>
          <a:xfrm>
            <a:off x="3221403" y="2883789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95013" y="2591181"/>
            <a:ext cx="835660" cy="274320"/>
          </a:xfrm>
          <a:prstGeom prst="rect">
            <a:avLst/>
          </a:prstGeom>
          <a:noFill/>
        </p:spPr>
        <p:txBody>
          <a:bodyPr wrap="square" lIns="18288" tIns="10973" rIns="18288" bIns="10973" anchor="ctr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权益包上架</a:t>
            </a:r>
            <a:endParaRPr sz="1100"/>
          </a:p>
        </p:txBody>
      </p:sp>
      <p:sp>
        <p:nvSpPr>
          <p:cNvPr id="24" name="Oval 23"/>
          <p:cNvSpPr/>
          <p:nvPr/>
        </p:nvSpPr>
        <p:spPr>
          <a:xfrm>
            <a:off x="5801325" y="3017520"/>
            <a:ext cx="182880" cy="182880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20781" y="2971800"/>
            <a:ext cx="975360" cy="274320"/>
          </a:xfrm>
          <a:prstGeom prst="rect">
            <a:avLst/>
          </a:prstGeom>
          <a:noFill/>
        </p:spPr>
        <p:txBody>
          <a:bodyPr wrap="square" lIns="18288" tIns="10973" rIns="18288" bIns="10973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装维质量整治</a:t>
            </a:r>
            <a:endParaRPr sz="1100"/>
          </a:p>
        </p:txBody>
      </p:sp>
      <p:sp>
        <p:nvSpPr>
          <p:cNvPr id="26" name="Oval 25"/>
          <p:cNvSpPr/>
          <p:nvPr/>
        </p:nvSpPr>
        <p:spPr>
          <a:xfrm>
            <a:off x="6907006" y="3418713"/>
            <a:ext cx="182880" cy="182880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5070" y="3372993"/>
            <a:ext cx="975360" cy="274320"/>
          </a:xfrm>
          <a:prstGeom prst="rect">
            <a:avLst/>
          </a:prstGeom>
          <a:noFill/>
        </p:spPr>
        <p:txBody>
          <a:bodyPr wrap="square" lIns="18288" tIns="10973" rIns="18288" bIns="10973" anchor="ctr">
            <a:noAutofit/>
          </a:bodyPr>
          <a:lstStyle/>
          <a:p>
            <a:pPr algn="r" marL="0" indent="0">
              <a:lnSpc>
                <a:spcPct val="115000"/>
              </a:lnSpc>
              <a:buNone/>
            </a:pPr>
            <a:r>
              <a:rPr lang="zh-CN" altLang="en-US"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融合产品改造</a:t>
            </a:r>
            <a:endParaRPr sz="1100"/>
          </a:p>
        </p:txBody>
      </p:sp>
      <p:sp>
        <p:nvSpPr>
          <p:cNvPr id="28" name="Oval 27"/>
          <p:cNvSpPr/>
          <p:nvPr/>
        </p:nvSpPr>
        <p:spPr>
          <a:xfrm>
            <a:off x="1747161" y="4354830"/>
            <a:ext cx="182880" cy="182880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6617" y="4309110"/>
            <a:ext cx="975360" cy="274320"/>
          </a:xfrm>
          <a:prstGeom prst="rect">
            <a:avLst/>
          </a:prstGeom>
          <a:noFill/>
        </p:spPr>
        <p:txBody>
          <a:bodyPr wrap="square" lIns="18288" tIns="10973" rIns="18288" bIns="10973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竞对资费监测</a:t>
            </a:r>
            <a:endParaRPr sz="1100"/>
          </a:p>
        </p:txBody>
      </p:sp>
      <p:sp>
        <p:nvSpPr>
          <p:cNvPr id="30" name="Oval 29"/>
          <p:cNvSpPr/>
          <p:nvPr/>
        </p:nvSpPr>
        <p:spPr>
          <a:xfrm>
            <a:off x="5617045" y="4622292"/>
            <a:ext cx="182880" cy="182880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36501" y="4576572"/>
            <a:ext cx="1115060" cy="274320"/>
          </a:xfrm>
          <a:prstGeom prst="rect">
            <a:avLst/>
          </a:prstGeom>
          <a:noFill/>
        </p:spPr>
        <p:txBody>
          <a:bodyPr wrap="square" lIns="18288" tIns="10973" rIns="18288" bIns="10973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续约专属客服线</a:t>
            </a:r>
            <a:endParaRPr sz="1100"/>
          </a:p>
        </p:txBody>
      </p:sp>
      <p:sp>
        <p:nvSpPr>
          <p:cNvPr id="32" name="TextBox 31"/>
          <p:cNvSpPr txBox="1"/>
          <p:nvPr/>
        </p:nvSpPr>
        <p:spPr>
          <a:xfrm>
            <a:off x="8377047" y="1604772"/>
            <a:ext cx="3537585" cy="33909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201168" indent="-201168">
              <a:lnSpc>
                <a:spcPct val="115000"/>
              </a:lnSpc>
              <a:buClr>
                <a:srgbClr val="C00000"/>
              </a:buClr>
              <a:buSzPct val="100000"/>
              <a:buFont typeface="Wingdings" pitchFamily="2" charset="2"/>
              <a:buChar char="p"/>
            </a:pPr>
            <a:r>
              <a:rPr lang="zh-CN" altLang="en-US" sz="15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行动安排</a:t>
            </a:r>
            <a:endParaRPr sz="1500"/>
          </a:p>
        </p:txBody>
      </p:sp>
      <p:sp>
        <p:nvSpPr>
          <p:cNvPr id="33" name="Rectangle 32"/>
          <p:cNvSpPr/>
          <p:nvPr/>
        </p:nvSpPr>
        <p:spPr>
          <a:xfrm>
            <a:off x="8377047" y="1998726"/>
            <a:ext cx="3537585" cy="1226093"/>
          </a:xfrm>
          <a:prstGeom prst="rect">
            <a:avLst/>
          </a:prstGeom>
          <a:solidFill>
            <a:srgbClr val="FBE9E9"/>
          </a:solidFill>
          <a:ln>
            <a:noFill/>
          </a:ln>
        </p:spPr>
        <p:txBody>
          <a:bodyPr rtlCol="0" anchor="ctr" wrap="square" lIns="137160" tIns="82296" rIns="137160" bIns="82296">
            <a:noAutofit/>
          </a:bodyPr>
          <a:lstStyle/>
          <a:p>
            <a:pPr algn="l" marL="0" indent="0">
              <a:lnSpc>
                <a:spcPct val="130000"/>
              </a:lnSpc>
              <a:buNone/>
            </a:pPr>
            <a:r>
              <a:rPr lang="zh-CN" altLang="en-US"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优先推进 · 本月启动</a:t>
            </a:r>
            <a:endParaRPr sz="1300"/>
          </a:p>
          <a:p>
            <a:pPr algn="l" marL="0" indent="0">
              <a:lnSpc>
                <a:spcPct val="130000"/>
              </a:lnSpc>
              <a:buNone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到期前90天预警、提速权益包上架、客户经理续约激励</a:t>
            </a:r>
            <a:endParaRPr sz="1300"/>
          </a:p>
        </p:txBody>
      </p:sp>
      <p:sp>
        <p:nvSpPr>
          <p:cNvPr id="34" name="Rectangle 33"/>
          <p:cNvSpPr/>
          <p:nvPr/>
        </p:nvSpPr>
        <p:spPr>
          <a:xfrm>
            <a:off x="8377047" y="3361979"/>
            <a:ext cx="3537585" cy="8757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37160" tIns="82296" rIns="137160" bIns="82296">
            <a:noAutofit/>
          </a:bodyPr>
          <a:lstStyle/>
          <a:p>
            <a:pPr algn="l" marL="0" indent="0">
              <a:lnSpc>
                <a:spcPct val="130000"/>
              </a:lnSpc>
              <a:buNone/>
            </a:pPr>
            <a:r>
              <a:rPr lang="zh-CN" altLang="en-US"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重点规划 · 四季度</a:t>
            </a:r>
            <a:endParaRPr sz="1300"/>
          </a:p>
          <a:p>
            <a:pPr algn="l" marL="0" indent="0">
              <a:lnSpc>
                <a:spcPct val="130000"/>
              </a:lnSpc>
              <a:buNone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装维质量整治、融合产品改造</a:t>
            </a:r>
            <a:endParaRPr sz="1300"/>
          </a:p>
        </p:txBody>
      </p:sp>
      <p:sp>
        <p:nvSpPr>
          <p:cNvPr id="35" name="Rectangle 34"/>
          <p:cNvSpPr/>
          <p:nvPr/>
        </p:nvSpPr>
        <p:spPr>
          <a:xfrm>
            <a:off x="8377047" y="4374919"/>
            <a:ext cx="3537585" cy="8757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37160" tIns="82296" rIns="137160" bIns="82296">
            <a:noAutofit/>
          </a:bodyPr>
          <a:lstStyle/>
          <a:p>
            <a:pPr algn="l" marL="0" indent="0">
              <a:lnSpc>
                <a:spcPct val="130000"/>
              </a:lnSpc>
              <a:buNone/>
            </a:pPr>
            <a:r>
              <a:rPr lang="zh-CN" altLang="en-US"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顺手完成</a:t>
            </a:r>
            <a:endParaRPr sz="1300"/>
          </a:p>
          <a:p>
            <a:pPr algn="l" marL="0" indent="0">
              <a:lnSpc>
                <a:spcPct val="130000"/>
              </a:lnSpc>
              <a:buNone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竞对资费监测纳入周报</a:t>
            </a:r>
            <a:endParaRPr sz="1300"/>
          </a:p>
        </p:txBody>
      </p:sp>
      <p:sp>
        <p:nvSpPr>
          <p:cNvPr id="36" name="Rectangle 35"/>
          <p:cNvSpPr/>
          <p:nvPr/>
        </p:nvSpPr>
        <p:spPr>
          <a:xfrm>
            <a:off x="8377047" y="5387860"/>
            <a:ext cx="3537585" cy="8757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37160" tIns="82296" rIns="137160" bIns="82296">
            <a:noAutofit/>
          </a:bodyPr>
          <a:lstStyle/>
          <a:p>
            <a:pPr algn="l" marL="0" indent="0">
              <a:lnSpc>
                <a:spcPct val="130000"/>
              </a:lnSpc>
              <a:buNone/>
            </a:pPr>
            <a:r>
              <a:rPr lang="zh-CN" altLang="en-US"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暂缓</a:t>
            </a:r>
            <a:endParaRPr sz="1300"/>
          </a:p>
          <a:p>
            <a:pPr algn="l" marL="0" indent="0">
              <a:lnSpc>
                <a:spcPct val="130000"/>
              </a:lnSpc>
              <a:buNone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续约专属客服线</a:t>
            </a:r>
            <a:endParaRPr sz="1300"/>
          </a:p>
        </p:txBody>
      </p:sp>
      <p:sp>
        <p:nvSpPr>
          <p:cNvPr id="37" name="TextBox 36"/>
          <p:cNvSpPr txBox="1"/>
          <p:nvPr/>
        </p:nvSpPr>
        <p:spPr>
          <a:xfrm>
            <a:off x="274320" y="6336792"/>
            <a:ext cx="1060704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9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评分依据（1–5分）：业务价值=对续约率的预计贡献；实施难度=资源投入与系统改造量；评分为初评（示例），需业务部门会审确认</a:t>
            </a:r>
            <a:endParaRPr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73736"/>
            <a:ext cx="9966960" cy="603504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四、怎么持续：建立月度续约运营闭环</a:t>
            </a:r>
            <a:endParaRPr sz="3000"/>
          </a:p>
        </p:txBody>
      </p:sp>
      <p:sp>
        <p:nvSpPr>
          <p:cNvPr id="3" name="Rectangle 2"/>
          <p:cNvSpPr/>
          <p:nvPr/>
        </p:nvSpPr>
        <p:spPr>
          <a:xfrm>
            <a:off x="274320" y="960120"/>
            <a:ext cx="11640312" cy="4800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64008" cy="4800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60120"/>
            <a:ext cx="11530584" cy="4800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从到期预警到策略优化形成闭环，每月复盘一次，用续约结果反过来调整权益与话术</a:t>
            </a:r>
            <a:endParaRPr sz="1500"/>
          </a:p>
        </p:txBody>
      </p:sp>
      <p:sp>
        <p:nvSpPr>
          <p:cNvPr id="6" name="Rectangle 5"/>
          <p:cNvSpPr/>
          <p:nvPr/>
        </p:nvSpPr>
        <p:spPr>
          <a:xfrm>
            <a:off x="685800" y="2059686"/>
            <a:ext cx="324002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rtlCol="0" anchor="ctr" wrap="square" lIns="457200" tIns="73152" rIns="457200" bIns="73152">
            <a:noAutofit/>
          </a:bodyPr>
          <a:lstStyle/>
          <a:p>
            <a:pPr algn="ctr" marL="0" indent="0">
              <a:lnSpc>
                <a:spcPct val="125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到期预警</a:t>
            </a:r>
            <a:endParaRPr sz="1600"/>
          </a:p>
          <a:p>
            <a:pPr algn="ctr" marL="0" indent="0">
              <a:lnSpc>
                <a:spcPct val="125000"/>
              </a:lnSpc>
              <a:buNone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到期前90天生成名单</a:t>
            </a:r>
            <a:endParaRPr sz="1300"/>
          </a:p>
        </p:txBody>
      </p:sp>
      <p:sp>
        <p:nvSpPr>
          <p:cNvPr id="7" name="Oval 6"/>
          <p:cNvSpPr/>
          <p:nvPr/>
        </p:nvSpPr>
        <p:spPr>
          <a:xfrm>
            <a:off x="795528" y="2169414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100"/>
          </a:p>
        </p:txBody>
      </p:sp>
      <p:sp>
        <p:nvSpPr>
          <p:cNvPr id="8" name="Rectangle 7"/>
          <p:cNvSpPr/>
          <p:nvPr/>
        </p:nvSpPr>
        <p:spPr>
          <a:xfrm>
            <a:off x="4474464" y="2059686"/>
            <a:ext cx="324002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rtlCol="0" anchor="ctr" wrap="square" lIns="457200" tIns="73152" rIns="457200" bIns="73152">
            <a:noAutofit/>
          </a:bodyPr>
          <a:lstStyle/>
          <a:p>
            <a:pPr algn="ctr" marL="0" indent="0">
              <a:lnSpc>
                <a:spcPct val="125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名单下发</a:t>
            </a:r>
            <a:endParaRPr sz="1600"/>
          </a:p>
          <a:p>
            <a:pPr algn="ctr" marL="0" indent="0">
              <a:lnSpc>
                <a:spcPct val="125000"/>
              </a:lnSpc>
              <a:buNone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按网格派单到客户经理</a:t>
            </a:r>
            <a:endParaRPr sz="1300"/>
          </a:p>
        </p:txBody>
      </p:sp>
      <p:sp>
        <p:nvSpPr>
          <p:cNvPr id="9" name="Oval 8"/>
          <p:cNvSpPr/>
          <p:nvPr/>
        </p:nvSpPr>
        <p:spPr>
          <a:xfrm>
            <a:off x="4584192" y="2169414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100"/>
          </a:p>
        </p:txBody>
      </p:sp>
      <p:sp>
        <p:nvSpPr>
          <p:cNvPr id="10" name="Rectangle 9"/>
          <p:cNvSpPr/>
          <p:nvPr/>
        </p:nvSpPr>
        <p:spPr>
          <a:xfrm>
            <a:off x="8263128" y="2059686"/>
            <a:ext cx="324002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rtlCol="0" anchor="ctr" wrap="square" lIns="457200" tIns="73152" rIns="457200" bIns="73152">
            <a:noAutofit/>
          </a:bodyPr>
          <a:lstStyle/>
          <a:p>
            <a:pPr algn="ctr" marL="0" indent="0">
              <a:lnSpc>
                <a:spcPct val="125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触达续约</a:t>
            </a:r>
            <a:endParaRPr sz="1600"/>
          </a:p>
          <a:p>
            <a:pPr algn="ctr" marL="0" indent="0">
              <a:lnSpc>
                <a:spcPct val="125000"/>
              </a:lnSpc>
              <a:buNone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厅店、外呼、上门</a:t>
            </a:r>
            <a:endParaRPr sz="1300"/>
          </a:p>
        </p:txBody>
      </p:sp>
      <p:sp>
        <p:nvSpPr>
          <p:cNvPr id="11" name="Oval 10"/>
          <p:cNvSpPr/>
          <p:nvPr/>
        </p:nvSpPr>
        <p:spPr>
          <a:xfrm>
            <a:off x="8372856" y="2169414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100"/>
          </a:p>
        </p:txBody>
      </p:sp>
      <p:sp>
        <p:nvSpPr>
          <p:cNvPr id="12" name="Rectangle 11"/>
          <p:cNvSpPr/>
          <p:nvPr/>
        </p:nvSpPr>
        <p:spPr>
          <a:xfrm>
            <a:off x="8263128" y="4574286"/>
            <a:ext cx="324002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rtlCol="0" anchor="ctr" wrap="square" lIns="457200" tIns="73152" rIns="457200" bIns="73152">
            <a:noAutofit/>
          </a:bodyPr>
          <a:lstStyle/>
          <a:p>
            <a:pPr algn="ctr" marL="0" indent="0">
              <a:lnSpc>
                <a:spcPct val="125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结果回传</a:t>
            </a:r>
            <a:endParaRPr sz="1600"/>
          </a:p>
          <a:p>
            <a:pPr algn="ctr" marL="0" indent="0">
              <a:lnSpc>
                <a:spcPct val="125000"/>
              </a:lnSpc>
              <a:buNone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办理结果按日回流</a:t>
            </a:r>
            <a:endParaRPr sz="1300"/>
          </a:p>
        </p:txBody>
      </p:sp>
      <p:sp>
        <p:nvSpPr>
          <p:cNvPr id="13" name="Oval 12"/>
          <p:cNvSpPr/>
          <p:nvPr/>
        </p:nvSpPr>
        <p:spPr>
          <a:xfrm>
            <a:off x="8372856" y="4684014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100"/>
          </a:p>
        </p:txBody>
      </p:sp>
      <p:sp>
        <p:nvSpPr>
          <p:cNvPr id="14" name="Rectangle 13"/>
          <p:cNvSpPr/>
          <p:nvPr/>
        </p:nvSpPr>
        <p:spPr>
          <a:xfrm>
            <a:off x="4474464" y="4574286"/>
            <a:ext cx="324002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rtlCol="0" anchor="ctr" wrap="square" lIns="457200" tIns="73152" rIns="457200" bIns="73152">
            <a:noAutofit/>
          </a:bodyPr>
          <a:lstStyle/>
          <a:p>
            <a:pPr algn="ctr" marL="0" indent="0">
              <a:lnSpc>
                <a:spcPct val="125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效果评估</a:t>
            </a:r>
            <a:endParaRPr sz="1600"/>
          </a:p>
          <a:p>
            <a:pPr algn="ctr" marL="0" indent="0">
              <a:lnSpc>
                <a:spcPct val="125000"/>
              </a:lnSpc>
              <a:buNone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续约率、ARPU、成本</a:t>
            </a:r>
            <a:endParaRPr sz="1300"/>
          </a:p>
        </p:txBody>
      </p:sp>
      <p:sp>
        <p:nvSpPr>
          <p:cNvPr id="15" name="Oval 14"/>
          <p:cNvSpPr/>
          <p:nvPr/>
        </p:nvSpPr>
        <p:spPr>
          <a:xfrm>
            <a:off x="4584192" y="4684014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100"/>
          </a:p>
        </p:txBody>
      </p:sp>
      <p:sp>
        <p:nvSpPr>
          <p:cNvPr id="16" name="Rectangle 15"/>
          <p:cNvSpPr/>
          <p:nvPr/>
        </p:nvSpPr>
        <p:spPr>
          <a:xfrm>
            <a:off x="685800" y="4574286"/>
            <a:ext cx="324002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rtlCol="0" anchor="ctr" wrap="square" lIns="457200" tIns="73152" rIns="457200" bIns="73152">
            <a:noAutofit/>
          </a:bodyPr>
          <a:lstStyle/>
          <a:p>
            <a:pPr algn="ctr" marL="0" indent="0">
              <a:lnSpc>
                <a:spcPct val="125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策略优化</a:t>
            </a:r>
            <a:endParaRPr sz="1600"/>
          </a:p>
          <a:p>
            <a:pPr algn="ctr" marL="0" indent="0">
              <a:lnSpc>
                <a:spcPct val="125000"/>
              </a:lnSpc>
              <a:buNone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调整权益包与话术</a:t>
            </a:r>
            <a:endParaRPr sz="1300"/>
          </a:p>
        </p:txBody>
      </p:sp>
      <p:sp>
        <p:nvSpPr>
          <p:cNvPr id="17" name="Oval 16"/>
          <p:cNvSpPr/>
          <p:nvPr/>
        </p:nvSpPr>
        <p:spPr>
          <a:xfrm>
            <a:off x="795528" y="4684014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100"/>
          </a:p>
        </p:txBody>
      </p:sp>
      <p:cxnSp>
        <p:nvCxnSpPr>
          <p:cNvPr id="18" name="Connector 17"/>
          <p:cNvCxnSpPr/>
          <p:nvPr/>
        </p:nvCxnSpPr>
        <p:spPr>
          <a:xfrm>
            <a:off x="3925824" y="2676906"/>
            <a:ext cx="54864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</p:cxnSp>
      <p:cxnSp>
        <p:nvCxnSpPr>
          <p:cNvPr id="19" name="Connector 18"/>
          <p:cNvCxnSpPr/>
          <p:nvPr/>
        </p:nvCxnSpPr>
        <p:spPr>
          <a:xfrm>
            <a:off x="7714488" y="2676906"/>
            <a:ext cx="54864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</p:cxnSp>
      <p:cxnSp>
        <p:nvCxnSpPr>
          <p:cNvPr id="20" name="Connector 19"/>
          <p:cNvCxnSpPr/>
          <p:nvPr/>
        </p:nvCxnSpPr>
        <p:spPr>
          <a:xfrm>
            <a:off x="11503152" y="2676906"/>
            <a:ext cx="205740" cy="0"/>
          </a:xfrm>
          <a:prstGeom prst="line">
            <a:avLst/>
          </a:prstGeom>
          <a:ln w="19050">
            <a:solidFill>
              <a:srgbClr val="C00000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11708892" y="2676906"/>
            <a:ext cx="0" cy="2514600"/>
          </a:xfrm>
          <a:prstGeom prst="line">
            <a:avLst/>
          </a:prstGeom>
          <a:ln w="19050">
            <a:solidFill>
              <a:srgbClr val="C0000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H="1">
            <a:off x="11503152" y="5191506"/>
            <a:ext cx="20574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</p:cxnSp>
      <p:cxnSp>
        <p:nvCxnSpPr>
          <p:cNvPr id="23" name="Connector 22"/>
          <p:cNvCxnSpPr/>
          <p:nvPr/>
        </p:nvCxnSpPr>
        <p:spPr>
          <a:xfrm flipH="1">
            <a:off x="7714488" y="5191506"/>
            <a:ext cx="54864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</p:cxnSp>
      <p:cxnSp>
        <p:nvCxnSpPr>
          <p:cNvPr id="24" name="Connector 23"/>
          <p:cNvCxnSpPr/>
          <p:nvPr/>
        </p:nvCxnSpPr>
        <p:spPr>
          <a:xfrm flipH="1">
            <a:off x="3925824" y="5191506"/>
            <a:ext cx="54864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</p:cxnSp>
      <p:cxnSp>
        <p:nvCxnSpPr>
          <p:cNvPr id="25" name="Connector 24"/>
          <p:cNvCxnSpPr/>
          <p:nvPr/>
        </p:nvCxnSpPr>
        <p:spPr>
          <a:xfrm flipH="1">
            <a:off x="480060" y="5191506"/>
            <a:ext cx="205740" cy="0"/>
          </a:xfrm>
          <a:prstGeom prst="line">
            <a:avLst/>
          </a:prstGeom>
          <a:ln w="19050">
            <a:solidFill>
              <a:srgbClr val="C0000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480060" y="2676906"/>
            <a:ext cx="0" cy="2514600"/>
          </a:xfrm>
          <a:prstGeom prst="line">
            <a:avLst/>
          </a:prstGeom>
          <a:ln w="19050">
            <a:solidFill>
              <a:srgbClr val="C00000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480060" y="2676906"/>
            <a:ext cx="20574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</p:cxnSp>
      <p:sp>
        <p:nvSpPr>
          <p:cNvPr id="28" name="TextBox 27"/>
          <p:cNvSpPr txBox="1"/>
          <p:nvPr/>
        </p:nvSpPr>
        <p:spPr>
          <a:xfrm>
            <a:off x="2602382" y="3339846"/>
            <a:ext cx="6984187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按月复盘，持续迭代</a:t>
            </a:r>
            <a:endParaRPr sz="1600"/>
          </a:p>
        </p:txBody>
      </p:sp>
      <p:sp>
        <p:nvSpPr>
          <p:cNvPr id="29" name="TextBox 28"/>
          <p:cNvSpPr txBox="1"/>
          <p:nvPr/>
        </p:nvSpPr>
        <p:spPr>
          <a:xfrm>
            <a:off x="274320" y="6336792"/>
            <a:ext cx="1060704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9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注：流程与频次为示例，需结合各区县实际确认</a:t>
            </a:r>
            <a:endParaRPr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nding.jpg"/>
          <p:cNvPicPr>
            <a:picLocks noChangeAspect="1"/>
          </p:cNvPicPr>
          <p:nvPr/>
        </p:nvPicPr>
        <p:blipFill>
          <a:blip r:embed="rId2"/>
          <a:srcRect t="450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1.xml><?xml version="1.0" encoding="utf-8"?>
<p:tagLst xmlns:p="http://schemas.openxmlformats.org/presentationml/2006/main">
  <p:tag name="COMMONDATA" val="eyJoZGlkIjoiYTU2MDNhYzdlZWEzMGRjZTlhYjAzNTlhZWY2MzEzYj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WPS 表格</Application>
  <PresentationFormat>宽屏</PresentationFormat>
  <Paragraphs>52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Times New Roman</vt:lpstr>
      <vt:lpstr>Arial Unicode MS</vt:lpstr>
      <vt:lpstr>Helvetica</vt:lpstr>
      <vt:lpstr>汉仪大黑简</vt:lpstr>
      <vt:lpstr>Calibri</vt:lpstr>
      <vt:lpstr>微软雅黑</vt:lpstr>
      <vt:lpstr>汉仪旗黑</vt:lpstr>
      <vt:lpstr>汉仪书宋二KW</vt:lpstr>
      <vt:lpstr>Helvetica Neue</vt:lpstr>
      <vt:lpstr>宋体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Ryan</cp:lastModifiedBy>
  <cp:revision>250</cp:revision>
  <dcterms:created xsi:type="dcterms:W3CDTF">2026-06-18T00:46:13Z</dcterms:created>
  <dcterms:modified xsi:type="dcterms:W3CDTF">2026-06-18T00:46:13Z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E798FB432A994D6093629A526C2B1498</vt:lpwstr>
  </property>
</Properties>
</file>