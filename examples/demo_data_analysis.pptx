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9"/>
    <p:sldId id="257" r:id="rId10"/>
    <p:sldId id="258" r:id="rId8"/>
    <p:sldId id="259" r:id="rId7"/>
    <p:sldId id="260" r:id="rId6"/>
    <p:sldId id="261" r:id="rId4"/>
    <p:sldId id="262" r:id="rId3"/>
    <p:sldId id="263" r:id="rId16"/>
    <p:sldId id="264" r:id="rId17"/>
    <p:sldId id="265" r:id="rId18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4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jf" initials="M" lastIdx="1" clrIdx="0"/>
  <p:cmAuthor id="757" name="未知用户381" initials="未" lastIdx="1" clrIdx="0"/>
  <p:cmAuthor id="1" name="qiu zixuan" initials="qz" lastIdx="1" clrIdx="0"/>
  <p:cmAuthor id="758" name="未知用户382" initials="未" lastIdx="1" clrIdx="0"/>
  <p:cmAuthor id="2" name="EDZ" initials="E" lastIdx="1" clrIdx="1"/>
  <p:cmAuthor id="759" name="未知用户383" initials="未" lastIdx="1" clrIdx="0"/>
  <p:cmAuthor id="3" name="Pei Chang(联通集团信息化事业部)" initials="PC" lastIdx="0" clrIdx="2"/>
  <p:cmAuthor id="760" name="未知用户384" initials="未" lastIdx="1" clrIdx="0"/>
  <p:cmAuthor id="4" name="Xing Zhang" initials="XZ" lastIdx="1" clrIdx="3"/>
  <p:cmAuthor id="761" name="未知用户294" initials="未" lastIdx="8" clrIdx="0"/>
  <p:cmAuthor id="5" name="Jet 张" initials="J张" lastIdx="1" clrIdx="3"/>
  <p:cmAuthor id="762" name="未知用户385" initials="未" lastIdx="2" clrIdx="0"/>
  <p:cmAuthor id="6" name="Administrator" initials="A" lastIdx="1" clrIdx="5"/>
  <p:cmAuthor id="763" name="未知用户386" initials="未" lastIdx="1" clrIdx="1"/>
  <p:cmAuthor id="7" name="gd-zengxy10@outlook.com" initials="g" lastIdx="1" clrIdx="6"/>
  <p:cmAuthor id="764" name="未知用户429" initials="未" lastIdx="1" clrIdx="0"/>
  <p:cmAuthor id="8" name="AW" initials="A" lastIdx="1" clrIdx="7"/>
  <p:cmAuthor id="9" name="lixr110" initials="l" lastIdx="1" clrIdx="8"/>
  <p:cmAuthor id="766" name="未知用户430" initials="未" lastIdx="2" clrIdx="0"/>
  <p:cmAuthor id="10" name="unicom" initials="u" lastIdx="1" clrIdx="9"/>
  <p:cmAuthor id="767" name="未知用户389" initials="未" lastIdx="1" clrIdx="0"/>
  <p:cmAuthor id="11" name="A4512" initials="A" lastIdx="1" clrIdx="10"/>
  <p:cmAuthor id="768" name="未知用户350" initials="未" lastIdx="1" clrIdx="0"/>
  <p:cmAuthor id="12" name="郭俊明" initials="WU" lastIdx="1" clrIdx="11"/>
  <p:cmAuthor id="769" name="未知用户431" initials="未" lastIdx="1" clrIdx="0"/>
  <p:cmAuthor id="13" name="chen trista" initials="ct" lastIdx="1" clrIdx="12"/>
  <p:cmAuthor id="770" name="未知用户351" initials="未" lastIdx="8" clrIdx="0"/>
  <p:cmAuthor id="14" name="李岩（IT）" initials="李" lastIdx="2" clrIdx="13"/>
  <p:cmAuthor id="771" name="未知用户432" initials="未" lastIdx="1" clrIdx="0"/>
  <p:cmAuthor id="15" name="changwei" initials="c" lastIdx="3" clrIdx="14"/>
  <p:cmAuthor id="772" name="未知用户392" initials="未" lastIdx="1" clrIdx="0"/>
  <p:cmAuthor id="16" name="周辉" initials="周" lastIdx="1" clrIdx="15"/>
  <p:cmAuthor id="773" name="未知用户433" initials="未" lastIdx="1" clrIdx="0"/>
  <p:cmAuthor id="17" name="ccb" initials="c" lastIdx="1" clrIdx="0"/>
  <p:cmAuthor id="774" name="未知用户434" initials="未" lastIdx="1" clrIdx="0"/>
  <p:cmAuthor id="18" name="sx_xuzx" initials="s" lastIdx="26" clrIdx="17"/>
  <p:cmAuthor id="775" name="未知用户393" initials="未" lastIdx="11" clrIdx="0"/>
  <p:cmAuthor id="19" name="tplife" initials="t" lastIdx="2" clrIdx="0"/>
  <p:cmAuthor id="776" name="未知用户435" initials="未" lastIdx="7" clrIdx="1"/>
  <p:cmAuthor id="20" name="孟 昕" initials="孟" lastIdx="1" clrIdx="18"/>
  <p:cmAuthor id="777" name="未知用户356" initials="未" lastIdx="1" clrIdx="2"/>
  <p:cmAuthor id="21" name="admin" initials="a" lastIdx="4" clrIdx="20"/>
  <p:cmAuthor id="778" name="未知用户436" initials="未" lastIdx="1" clrIdx="0"/>
  <p:cmAuthor id="22" name="Redeker, Yolanda" initials="R" lastIdx="9" clrIdx="1"/>
  <p:cmAuthor id="1411827" name="黄晓平" initials="黄" lastIdx="0" clrIdx="0"/>
  <p:cmAuthor id="779" name="未知用户396" initials="未" lastIdx="1" clrIdx="0"/>
  <p:cmAuthor id="23" name="zhangxy833" initials="z" lastIdx="1" clrIdx="22"/>
  <p:cmAuthor id="1411828" name="徐琳00159163" initials="徐琳00159163" lastIdx="1" clrIdx="37"/>
  <p:cmAuthor id="780" name="未知用户437" initials="未" lastIdx="1" clrIdx="1"/>
  <p:cmAuthor id="24" name="suochuqiao" initials="s" lastIdx="1" clrIdx="23"/>
  <p:cmAuthor id="1411829" name="任涛10036216" initials="任涛10036216" lastIdx="1" clrIdx="41"/>
  <p:cmAuthor id="781" name="未知用户397" initials="未" lastIdx="1" clrIdx="0"/>
  <p:cmAuthor id="25" name="Tao, Sherry Sitong" initials="T" lastIdx="1" clrIdx="14"/>
  <p:cmAuthor id="782" name="未知用户419" initials="未" lastIdx="1" clrIdx="0"/>
  <p:cmAuthor id="26" name="Xin Wang (IB)" initials="X" lastIdx="7" clrIdx="0"/>
  <p:cmAuthor id="783" name="未知用户399" initials="未" lastIdx="2" clrIdx="0"/>
  <p:cmAuthor id="191251535" name="沈霄雷" initials="沈" lastIdx="833089" clrIdx="0"/>
  <p:cmAuthor id="784" name="未知用户438" initials="未" lastIdx="7" clrIdx="1"/>
  <p:cmAuthor id="27" name="hj" initials="h" lastIdx="2" clrIdx="2"/>
  <p:cmAuthor id="191251536" name="张钰" initials="张" lastIdx="1" clrIdx="25"/>
  <p:cmAuthor id="785" name="未知用户401" initials="未" lastIdx="43" clrIdx="1"/>
  <p:cmAuthor id="28" name="IKKI" initials="I" lastIdx="1" clrIdx="0"/>
  <p:cmAuthor id="191251537" name="韩国鹏" initials="A" lastIdx="1" clrIdx="25"/>
  <p:cmAuthor id="786" name="未知用户402" initials="未" lastIdx="1" clrIdx="0"/>
  <p:cmAuthor id="29" name="於宝泉" initials="於" lastIdx="0" clrIdx="2"/>
  <p:cmAuthor id="191251538" name="y x" initials="yx" lastIdx="1" clrIdx="34"/>
  <p:cmAuthor id="787" name="未知用户403" initials="未" lastIdx="1" clrIdx="0"/>
  <p:cmAuthor id="30" name="CAOH16" initials="C" lastIdx="1" clrIdx="29"/>
  <p:cmAuthor id="191251539" name="席琛" initials="" lastIdx="0" clrIdx="58"/>
  <p:cmAuthor id="788" name="未知用户327" initials="未" lastIdx="1" clrIdx="0"/>
  <p:cmAuthor id="31" name="limy709" initials="l" lastIdx="1" clrIdx="30"/>
  <p:cmAuthor id="191251540" name="韩剑侠" initials="P" lastIdx="1" clrIdx="41"/>
  <p:cmAuthor id="789" name="未知用户404" initials="未" lastIdx="1" clrIdx="0"/>
  <p:cmAuthor id="32" name="10033224" initials="1" lastIdx="1" clrIdx="31"/>
  <p:cmAuthor id="33" name="屈克" initials="屈" lastIdx="1" clrIdx="32"/>
  <p:cmAuthor id="790" name="未知用户405" initials="未" lastIdx="1" clrIdx="0"/>
  <p:cmAuthor id="34" name="马媛" initials="马" lastIdx="1" clrIdx="33"/>
  <p:cmAuthor id="791" name="未知用户439" initials="未" lastIdx="2" clrIdx="0"/>
  <p:cmAuthor id="35" name="Lenovo" initials="L" lastIdx="16" clrIdx="35"/>
  <p:cmAuthor id="792" name="未知用户406" initials="未" lastIdx="0" clrIdx="0"/>
  <p:cmAuthor id="475196944" name="姚琳" initials="姚" lastIdx="1133934" clrIdx="0"/>
  <p:cmAuthor id="36" name="86186" initials="8" lastIdx="2" clrIdx="35"/>
  <p:cmAuthor id="793" name="未知用户440" initials="未" lastIdx="1" clrIdx="0"/>
  <p:cmAuthor id="475196945" name="chen" initials="c" lastIdx="1" clrIdx="2"/>
  <p:cmAuthor id="37" name="黄珂10009187" initials="黄珂10009187" lastIdx="1" clrIdx="37"/>
  <p:cmAuthor id="794" name="未知用户441" initials="未" lastIdx="1" clrIdx="0"/>
  <p:cmAuthor id="38" name="Gao" initials="G" lastIdx="1" clrIdx="37"/>
  <p:cmAuthor id="795" name="未知用户442" initials="未" lastIdx="1" clrIdx="0"/>
  <p:cmAuthor id="39" name="10206899" initials="1" lastIdx="1" clrIdx="38"/>
  <p:cmAuthor id="796" name="未知用户409" initials="未" lastIdx="2" clrIdx="2"/>
  <p:cmAuthor id="40" name="10133177" initials="1" lastIdx="1" clrIdx="39"/>
  <p:cmAuthor id="797" name="未知用户443" initials="未" lastIdx="1" clrIdx="0"/>
  <p:cmAuthor id="41" name="10072453" initials="1" lastIdx="1" clrIdx="40"/>
  <p:cmAuthor id="798" name="未知用户411" initials="未" lastIdx="3" clrIdx="1"/>
  <p:cmAuthor id="42" name="未知的使用者77" initials="" lastIdx="1" clrIdx="0"/>
  <p:cmAuthor id="799" name="未知用户444" initials="未" lastIdx="6" clrIdx="0"/>
  <p:cmAuthor id="43" name="未知的使用者92" initials="" lastIdx="1" clrIdx="0"/>
  <p:cmAuthor id="800" name="未知用户413" initials="未" lastIdx="1" clrIdx="1"/>
  <p:cmAuthor id="44" name="未知的使用者78" initials="" lastIdx="5" clrIdx="1"/>
  <p:cmAuthor id="801" name="未知用户445" initials="未" lastIdx="1" clrIdx="0"/>
  <p:cmAuthor id="45" name="10285602" initials="1" lastIdx="1" clrIdx="44"/>
  <p:cmAuthor id="802" name="未知用户446" initials="未" lastIdx="1" clrIdx="0"/>
  <p:cmAuthor id="46" name="未知的使用者79" initials="" lastIdx="0" clrIdx="1"/>
  <p:cmAuthor id="803" name="未知用户447" initials="未" lastIdx="1" clrIdx="0"/>
  <p:cmAuthor id="47" name="未知用户107" initials="" lastIdx="1" clrIdx="0"/>
  <p:cmAuthor id="804" name="未知用户448" initials="未" lastIdx="1" clrIdx="0"/>
  <p:cmAuthor id="48" name="未知的使用者80" initials="" lastIdx="0" clrIdx="0"/>
  <p:cmAuthor id="805" name="未知用户333" initials="未" lastIdx="1" clrIdx="0"/>
  <p:cmAuthor id="49" name="未知用户51" initials="" lastIdx="1" clrIdx="1"/>
  <p:cmAuthor id="806" name="未知用户417" initials="未" lastIdx="1" clrIdx="0"/>
  <p:cmAuthor id="50" name="未知的使用者82" initials="" lastIdx="1" clrIdx="0"/>
  <p:cmAuthor id="807" name="未知用户449" initials="未" lastIdx="1" clrIdx="0"/>
  <p:cmAuthor id="51" name="MLOONG" initials="M" lastIdx="1" clrIdx="0"/>
  <p:cmAuthor id="808" name="未知用户418" initials="未" lastIdx="1" clrIdx="0"/>
  <p:cmAuthor id="52" name="未知的使用者83" initials="" lastIdx="1" clrIdx="0"/>
  <p:cmAuthor id="809" name="未知用户450" initials="未" lastIdx="6" clrIdx="0"/>
  <p:cmAuthor id="53" name="未知的使用者118" initials="" lastIdx="1" clrIdx="0"/>
  <p:cmAuthor id="810" name="未知用户423" initials="未" lastIdx="0" clrIdx="0"/>
  <p:cmAuthor id="54" name="未知的使用者84" initials="" lastIdx="1" clrIdx="1"/>
  <p:cmAuthor id="811" name="未知用户424" initials="未" lastIdx="5" clrIdx="0"/>
  <p:cmAuthor id="55" name="未知的使用者70" initials="" lastIdx="1" clrIdx="0"/>
  <p:cmAuthor id="812" name="未知用户425" initials="未" lastIdx="3" clrIdx="1"/>
  <p:cmAuthor id="56" name="未知的使用者85" initials="" lastIdx="1" clrIdx="0"/>
  <p:cmAuthor id="813" name="未知用户451" initials="未" lastIdx="1" clrIdx="0"/>
  <p:cmAuthor id="57" name="未知的使用者40" initials="" lastIdx="1" clrIdx="0"/>
  <p:cmAuthor id="814" name="未知用户452" initials="未" lastIdx="1" clrIdx="0"/>
  <p:cmAuthor id="58" name="未知的使用者87" initials="" lastIdx="1" clrIdx="0"/>
  <p:cmAuthor id="815" name="未知用户453" initials="未" lastIdx="1" clrIdx="0"/>
  <p:cmAuthor id="59" name="曾红" initials="" lastIdx="0" clrIdx="0"/>
  <p:cmAuthor id="816" name="未知用户454" initials="未" lastIdx="1" clrIdx="2"/>
  <p:cmAuthor id="60" name="未知的使用者90" initials="" lastIdx="8" clrIdx="0"/>
  <p:cmAuthor id="817" name="未知用户455" initials="未" lastIdx="1" clrIdx="0"/>
  <p:cmAuthor id="61" name="未知的使用者29" initials="" lastIdx="1" clrIdx="0"/>
  <p:cmAuthor id="818" name="未知用户456" initials="未" lastIdx="2" clrIdx="0"/>
  <p:cmAuthor id="62" name="未知的使用者91" initials="" lastIdx="1" clrIdx="0"/>
  <p:cmAuthor id="819" name="未知用户457" initials="未" lastIdx="10" clrIdx="0"/>
  <p:cmAuthor id="63" name="未知的使用者98" initials="" lastIdx="1" clrIdx="0"/>
  <p:cmAuthor id="820" name="未知用户458" initials="未" lastIdx="1" clrIdx="0"/>
  <p:cmAuthor id="64" name="CHRISYU" initials="" lastIdx="1" clrIdx="0"/>
  <p:cmAuthor id="821" name="風輕 雲淡" initials="風輕" lastIdx="1" clrIdx="511"/>
  <p:cmAuthor id="65" name="未知的使用者113" initials="" lastIdx="1" clrIdx="2"/>
  <p:cmAuthor id="822" name="liu yuhang" initials="ly" lastIdx="18" clrIdx="545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作者" initials="A" lastIdx="0" clrIdx="24"/>
  <p:cmAuthor id="76" name="康孟海" initials="kangmh6" lastIdx="1" clrIdx="34"/>
  <p:cmAuthor id="77" name="zheng zheng" initials="zz" lastIdx="1" clrIdx="26"/>
  <p:cmAuthor id="78" name="Lina Hang(联通上海市上海市分公司)" initials="LH" lastIdx="2" clrIdx="27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353158055" name="韩雨" initials="韩" lastIdx="0" clrIdx="0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59" name="未知用户82" initials="" lastIdx="1" clrIdx="0"/>
  <p:cmAuthor id="160" name="未知的使用者7" initials="" lastIdx="2" clrIdx="0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46566726" name="高飞" initials="高" lastIdx="0" clrIdx="0"/>
  <p:cmAuthor id="146566727" name="xzb1" initials="x" lastIdx="1" clrIdx="1"/>
  <p:cmAuthor id="172" name="潘 晨" initials="潘" lastIdx="2" clrIdx="18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Windows 用户" initials="" lastIdx="1" clrIdx="0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未知的使用者136" initials="未" lastIdx="1" clrIdx="0"/>
  <p:cmAuthor id="212" name="Daniel Wuu" initials="" lastIdx="1" clrIdx="0"/>
  <p:cmAuthor id="213" name="未知用户56" initials="" lastIdx="1" clrIdx="0"/>
  <p:cmAuthor id="214" name="未知的使用者14" initials="" lastIdx="2" clrIdx="0"/>
  <p:cmAuthor id="216" name="未知的使用者197" initials="未" lastIdx="8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1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未知用户35" initials="未" lastIdx="1" clrIdx="0"/>
  <p:cmAuthor id="321" name="未知用户111" initials="未" lastIdx="1" clrIdx="1"/>
  <p:cmAuthor id="322" name="10010" initials="1" lastIdx="1" clrIdx="321"/>
  <p:cmAuthor id="323" name="ethel" initials="e" lastIdx="2" clrIdx="322"/>
  <p:cmAuthor id="324" name="liuying" initials="l" lastIdx="1" clrIdx="323"/>
  <p:cmAuthor id="325" name="修志超" initials="修" lastIdx="1" clrIdx="324"/>
  <p:cmAuthor id="326" name="MI" initials="M" lastIdx="1" clrIdx="325"/>
  <p:cmAuthor id="327" name="甄真" initials="甄" lastIdx="2" clrIdx="326"/>
  <p:cmAuthor id="328" name="琚超" initials="琚" lastIdx="1" clrIdx="327"/>
  <p:cmAuthor id="329" name="xul54" initials="x" lastIdx="1" clrIdx="328"/>
  <p:cmAuthor id="331" name="qianyp" initials="q" lastIdx="2" clrIdx="330"/>
  <p:cmAuthor id="332" name="Liu, Hongqing (NSB - CN/Shanghai)" initials="L" lastIdx="1" clrIdx="41"/>
  <p:cmAuthor id="333" name="汪亦超" initials="汪" lastIdx="1" clrIdx="332"/>
  <p:cmAuthor id="334" name="lll" initials="l" lastIdx="1" clrIdx="333"/>
  <p:cmAuthor id="335" name="未知用户189" initials="未" lastIdx="2" clrIdx="0"/>
  <p:cmAuthor id="287643681" name="殷格非" initials="殷" lastIdx="2" clrIdx="0"/>
  <p:cmAuthor id="336" name="Unknown User69" initials="U" lastIdx="8" clrIdx="0"/>
  <p:cmAuthor id="287643682" name="z r" initials="zr" lastIdx="5" clrIdx="12"/>
  <p:cmAuthor id="337" name="raymond luan" initials="r" lastIdx="0" clrIdx="0"/>
  <p:cmAuthor id="287643683" name="8310" initials="8" lastIdx="1" clrIdx="35"/>
  <p:cmAuthor id="338" name="tjlyj" initials="t" lastIdx="1" clrIdx="337"/>
  <p:cmAuthor id="287643684" name="Aqf" initials="A" lastIdx="1" clrIdx="36"/>
  <p:cmAuthor id="339" name="赵刚" initials="赵" lastIdx="1" clrIdx="325"/>
  <p:cmAuthor id="287643685" name="13709759491@139.com" initials="1" lastIdx="1" clrIdx="49"/>
  <p:cmAuthor id="691587970" name="小延魔法师" initials="小" lastIdx="1126286" clrIdx="0"/>
  <p:cmAuthor id="340" name="hqm-liuwp19" initials="h" lastIdx="1" clrIdx="339"/>
  <p:cmAuthor id="691587971" name="刘春杰10244342" initials="刘春杰10244342" lastIdx="1" clrIdx="41"/>
  <p:cmAuthor id="341" name="未知的使用者155" initials="未" lastIdx="1" clrIdx="0"/>
  <p:cmAuthor id="691587972" name="li hui" initials="lh" lastIdx="1" clrIdx="50"/>
  <p:cmAuthor id="342" name="李 剑峰" initials="李" lastIdx="5" clrIdx="23"/>
  <p:cmAuthor id="691587973" name="Gaofugui(Jiangsu,NPS)" initials="G" lastIdx="1" clrIdx="51"/>
  <p:cmAuthor id="383159678" name="FAN" initials="F" lastIdx="555744" clrIdx="0"/>
  <p:cmAuthor id="343" name="娜娅" initials="娜" lastIdx="2" clrIdx="342"/>
  <p:cmAuthor id="691587974" name="张磊" initials="张磊" lastIdx="2" clrIdx="52"/>
  <p:cmAuthor id="383159679" name="sunaoran" initials="s" lastIdx="2" clrIdx="3"/>
  <p:cmAuthor id="344" name="武晓红" initials="武" lastIdx="1" clrIdx="343"/>
  <p:cmAuthor id="691587975" name="junqing li" initials="jl" lastIdx="1" clrIdx="331"/>
  <p:cmAuthor id="345" name="仝德志" initials="仝" lastIdx="1" clrIdx="0"/>
  <p:cmAuthor id="691587976" name="liubin (AD)" initials="l(" lastIdx="1" clrIdx="511"/>
  <p:cmAuthor id="346" name="PC" initials="P" lastIdx="4" clrIdx="0"/>
  <p:cmAuthor id="691587977" name="张惠" initials="张" lastIdx="1" clrIdx="691587976"/>
  <p:cmAuthor id="347" name="李晓波" initials="李" lastIdx="1" clrIdx="346"/>
  <p:cmAuthor id="348" name="未知的使用者169" initials="未" lastIdx="1" clrIdx="0"/>
  <p:cmAuthor id="349" name="未知的使用者183" initials="未" lastIdx="5" clrIdx="1"/>
  <p:cmAuthor id="350" name="ChZ" initials="C" lastIdx="2" clrIdx="349"/>
  <p:cmAuthor id="351" name="王奎" initials="王" lastIdx="1" clrIdx="350"/>
  <p:cmAuthor id="352" name="EDY" initials="E" lastIdx="6" clrIdx="351"/>
  <p:cmAuthor id="353" name="封殊龙" initials="封" lastIdx="2" clrIdx="352"/>
  <p:cmAuthor id="354" name="未知的使用者162" initials="未" lastIdx="1" clrIdx="0"/>
  <p:cmAuthor id="355" name="未知的使用者152" initials="未" lastIdx="1" clrIdx="0"/>
  <p:cmAuthor id="356" name="未知的使用者184" initials="未" lastIdx="8" clrIdx="0"/>
  <p:cmAuthor id="357" name="未知的使用者185" initials="未" lastIdx="10" clrIdx="0"/>
  <p:cmAuthor id="358" name="未知的使用者186" initials="未" lastIdx="1" clrIdx="0"/>
  <p:cmAuthor id="359" name="未知的使用者175" initials="未" lastIdx="8" clrIdx="0"/>
  <p:cmAuthor id="360" name="未知的使用者176" initials="未" lastIdx="1" clrIdx="0"/>
  <p:cmAuthor id="361" name="未知的使用者187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未知的使用者181" initials="未" lastIdx="7" clrIdx="1"/>
  <p:cmAuthor id="366" name="未知的使用者170" initials="未" lastIdx="43" clrIdx="1"/>
  <p:cmAuthor id="367" name="HUAWEI" initials="H" lastIdx="2" clrIdx="366"/>
  <p:cmAuthor id="368" name="宁文文" initials="宁" lastIdx="1" clrIdx="367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未知的使用者144" initials="未" lastIdx="1" clrIdx="0"/>
  <p:cmAuthor id="373" name="未知的使用者145" initials="未" lastIdx="1" clrIdx="0"/>
  <p:cmAuthor id="374" name="未知的使用者146" initials="未" lastIdx="1" clrIdx="0"/>
  <p:cmAuthor id="375" name="未知的使用者147" initials="未" lastIdx="1" clrIdx="0"/>
  <p:cmAuthor id="376" name="未知的使用者148" initials="未" lastIdx="8" clrIdx="0"/>
  <p:cmAuthor id="377" name="未知的使用者149" initials="未" lastIdx="8" clrIdx="0"/>
  <p:cmAuthor id="379" name="刘云轩" initials="刘" lastIdx="1" clrIdx="0"/>
  <p:cmAuthor id="380" name="sharon" initials="s" lastIdx="1" clrIdx="84"/>
  <p:cmAuthor id="381" name="未知用户131" initials="未" lastIdx="1" clrIdx="2"/>
  <p:cmAuthor id="382" name="孔祥云" initials="孔" lastIdx="4" clrIdx="381"/>
  <p:cmAuthor id="383" name="未知的使用者194" initials="未" lastIdx="1" clrIdx="0"/>
  <p:cmAuthor id="384" name="未知用户134" initials="未" lastIdx="10" clrIdx="0"/>
  <p:cmAuthor id="385" name="未知用户135" initials="未" lastIdx="1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未知的使用者201" initials="未" lastIdx="8" clrIdx="0"/>
  <p:cmAuthor id="391" name="未知的使用者202" initials="未" lastIdx="0" clrIdx="1"/>
  <p:cmAuthor id="392" name="未知的使用者171" initials="未" lastIdx="3" clrIdx="1"/>
  <p:cmAuthor id="393" name="未知的使用者195" initials="未" lastIdx="1" clrIdx="1"/>
  <p:cmAuthor id="394" name="Unknown User27" initials="U" lastIdx="1" clrIdx="0"/>
  <p:cmAuthor id="395" name="未知的使用者196" initials="未" lastIdx="1" clrIdx="0"/>
  <p:cmAuthor id="396" name="未知的使用者222" initials="" lastIdx="5" clrIdx="1"/>
  <p:cmAuthor id="397" name="未知的使用者203" initials="未" lastIdx="1" clrIdx="0"/>
  <p:cmAuthor id="398" name="未知的使用者204" initials="未" lastIdx="1" clrIdx="0"/>
  <p:cmAuthor id="399" name="未知的使用者225" initials="" lastIdx="1" clrIdx="0"/>
  <p:cmAuthor id="401" name="Unknown User24" initials="U" lastIdx="1" clrIdx="0"/>
  <p:cmAuthor id="402" name="未知用户133" initials="未" lastIdx="1" clrIdx="0"/>
  <p:cmAuthor id="409" name="zhangbin" initials="z" lastIdx="6" clrIdx="0"/>
  <p:cmAuthor id="410" name="未知的使用者232" initials="" lastIdx="8" clrIdx="0"/>
  <p:cmAuthor id="412" name="未知用户330" initials="未" lastIdx="5" clrIdx="0"/>
  <p:cmAuthor id="413" name="Unknown User111" initials="U" lastIdx="1" clrIdx="0"/>
  <p:cmAuthor id="414" name="未知用户177" initials="未" lastIdx="2" clrIdx="0"/>
  <p:cmAuthor id="415" name="未知用户184" initials="未" lastIdx="1" clrIdx="1"/>
  <p:cmAuthor id="416" name="未知用户118" initials="未" lastIdx="1" clrIdx="0"/>
  <p:cmAuthor id="418" name="未知用户181" initials="未" lastIdx="2" clrIdx="0"/>
  <p:cmAuthor id="419" name="未知用户182" initials="未" lastIdx="1" clrIdx="49"/>
  <p:cmAuthor id="420" name="未知用户204" initials="未" lastIdx="1" clrIdx="0"/>
  <p:cmAuthor id="421" name="未知用户205" initials="未" lastIdx="1" clrIdx="0"/>
  <p:cmAuthor id="422" name="未知用户193" initials="未" lastIdx="3" clrIdx="0"/>
  <p:cmAuthor id="423" name="未知用户194" initials="未" lastIdx="1" clrIdx="0"/>
  <p:cmAuthor id="424" name="未知用户187" initials="未" lastIdx="10" clrIdx="0"/>
  <p:cmAuthor id="425" name="Kent" initials="K" lastIdx="2" clrIdx="0"/>
  <p:cmAuthor id="426" name="留毓吟" initials="留" lastIdx="1" clrIdx="0"/>
  <p:cmAuthor id="427" name="王嘉偉" initials="王" lastIdx="2" clrIdx="0"/>
  <p:cmAuthor id="428" name="dcis" initials="d" lastIdx="4" clrIdx="0"/>
  <p:cmAuthor id="429" name="FanJQ" initials="F" lastIdx="1" clrIdx="1"/>
  <p:cmAuthor id="430" name="未知用户211" initials="未" lastIdx="8" clrIdx="0"/>
  <p:cmAuthor id="431" name="未知用户212" initials="未" lastIdx="8" clrIdx="0"/>
  <p:cmAuthor id="432" name="未知用户210" initials="未" lastIdx="1" clrIdx="0"/>
  <p:cmAuthor id="433" name="未知用户201" initials="未" lastIdx="8" clrIdx="0"/>
  <p:cmAuthor id="434" name="未知用户161" initials="未" lastIdx="1" clrIdx="0"/>
  <p:cmAuthor id="435" name="未知用户183" initials="未" lastIdx="1" clrIdx="0"/>
  <p:cmAuthor id="436" name="未知用户162" initials="未" lastIdx="1" clrIdx="0"/>
  <p:cmAuthor id="437" name="未知用户163" initials="未" lastIdx="8" clrIdx="0"/>
  <p:cmAuthor id="438" name="未知用户164" initials="未" lastIdx="1" clrIdx="0"/>
  <p:cmAuthor id="439" name="未知用户165" initials="未" lastIdx="2" clrIdx="0"/>
  <p:cmAuthor id="440" name="未知用户191" initials="未" lastIdx="1" clrIdx="0"/>
  <p:cmAuthor id="441" name="未知用户167" initials="未" lastIdx="1" clrIdx="0"/>
  <p:cmAuthor id="442" name="未知用户202" initials="未" lastIdx="8" clrIdx="0"/>
  <p:cmAuthor id="443" name="未知用户169" initials="未" lastIdx="1" clrIdx="0"/>
  <p:cmAuthor id="444" name="未知用户192" initials="未" lastIdx="1" clrIdx="0"/>
  <p:cmAuthor id="445" name="未知用户203" initials="未" lastIdx="1" clrIdx="1"/>
  <p:cmAuthor id="446" name="未知用户174" initials="未" lastIdx="1" clrIdx="0"/>
  <p:cmAuthor id="447" name="未知用户175" initials="未" lastIdx="1" clrIdx="0"/>
  <p:cmAuthor id="448" name="未知用户176" initials="未" lastIdx="1" clrIdx="0"/>
  <p:cmAuthor id="450" name="未知的使用者167" initials="未" lastIdx="0" clrIdx="1"/>
  <p:cmAuthor id="451" name="未知的使用者159" initials="未" lastIdx="1" clrIdx="1"/>
  <p:cmAuthor id="452" name="未知的使用者160" initials="未" lastIdx="1" clrIdx="0"/>
  <p:cmAuthor id="453" name="未知的使用者168" initials="未" lastIdx="1" clrIdx="0"/>
  <p:cmAuthor id="454" name="不明使用者7" initials="不" lastIdx="7" clrIdx="1"/>
  <p:cmAuthor id="455" name="未知用户120" initials="未" lastIdx="1" clrIdx="0"/>
  <p:cmAuthor id="456" name="未知用户122" initials="未" lastIdx="1" clrIdx="0"/>
  <p:cmAuthor id="457" name="未知用户132" initials="未" lastIdx="1" clrIdx="0"/>
  <p:cmAuthor id="458" name="未知用户141" initials="未" lastIdx="1" clrIdx="1"/>
  <p:cmAuthor id="459" name="未知用户143" initials="未" lastIdx="1" clrIdx="0"/>
  <p:cmAuthor id="460" name="未知用户144" initials="未" lastIdx="1" clrIdx="0"/>
  <p:cmAuthor id="461" name="未知用户145" initials="未" lastIdx="2" clrIdx="0"/>
  <p:cmAuthor id="462" name="未知用户119" initials="未" lastIdx="1" clrIdx="1"/>
  <p:cmAuthor id="463" name="未知用户140" initials="未" lastIdx="0" clrIdx="1"/>
  <p:cmAuthor id="464" name="未知用户142" initials="未" lastIdx="1" clrIdx="0"/>
  <p:cmAuthor id="465" name="未知用户157" initials="未" lastIdx="8" clrIdx="0"/>
  <p:cmAuthor id="466" name="未知用户158" initials="未" lastIdx="2" clrIdx="0"/>
  <p:cmAuthor id="467" name="未知用户159" initials="未" lastIdx="1" clrIdx="0"/>
  <p:cmAuthor id="468" name="未知用户160" initials="未" lastIdx="2" clrIdx="0"/>
  <p:cmAuthor id="469" name="未知用户168" initials="未" lastIdx="1" clrIdx="0"/>
  <p:cmAuthor id="470" name="順天" initials="順" lastIdx="1" clrIdx="0"/>
  <p:cmAuthor id="471" name="未知用户287" initials="未" lastIdx="0" clrIdx="1"/>
  <p:cmAuthor id="472" name="未知用户288" initials="未" lastIdx="1" clrIdx="0"/>
  <p:cmAuthor id="473" name="未知用户289" initials="未" lastIdx="1" clrIdx="0"/>
  <p:cmAuthor id="474" name="未知用户206" initials="未" lastIdx="6" clrIdx="0"/>
  <p:cmAuthor id="478" name="nancy" initials="n" lastIdx="1" clrIdx="0"/>
  <p:cmAuthor id="479" name="未知用户166" initials="未" lastIdx="1" clrIdx="0"/>
  <p:cmAuthor id="480" name="未知用户195" initials="未" lastIdx="1" clrIdx="0"/>
  <p:cmAuthor id="481" name="未知用户207" initials="未" lastIdx="3" clrIdx="1"/>
  <p:cmAuthor id="482" name="未知的使用者207" initials="未" lastIdx="1" clrIdx="0"/>
  <p:cmAuthor id="483" name="未知的使用者208" initials="未" lastIdx="1" clrIdx="0"/>
  <p:cmAuthor id="484" name="未知的使用者188" initials="未" lastIdx="1" clrIdx="0"/>
  <p:cmAuthor id="485" name="未知的使用者189" initials="未" lastIdx="2" clrIdx="0"/>
  <p:cmAuthor id="2000" name="梁亚栋" initials="authorId_233440905" lastIdx="776053" clrIdx="0"/>
  <p:cmAuthor id="486" name="未知的使用者190" initials="未" lastIdx="1" clrIdx="1"/>
  <p:cmAuthor id="2001" name=" " initials="" lastIdx="1" clrIdx="6"/>
  <p:cmAuthor id="487" name="未知的使用者191" initials="未" lastIdx="1" clrIdx="0"/>
  <p:cmAuthor id="2002" name="mu zi" initials="mz" lastIdx="6" clrIdx="22"/>
  <p:cmAuthor id="488" name="未知的使用者192" initials="未" lastIdx="1" clrIdx="0"/>
  <p:cmAuthor id="2003" name="Master 3L" initials="M3" lastIdx="1" clrIdx="26"/>
  <p:cmAuthor id="489" name="未知的使用者193" initials="未" lastIdx="2" clrIdx="0"/>
  <p:cmAuthor id="2004" name="范 斌" initials="范" lastIdx="1" clrIdx="36"/>
  <p:cmAuthor id="490" name="未知的使用者209" initials="未" lastIdx="8" clrIdx="0"/>
  <p:cmAuthor id="2005" name="毕邺" initials="党委办公室" lastIdx="2" clrIdx="37"/>
  <p:cmAuthor id="491" name="未知的使用者210" initials="未" lastIdx="1" clrIdx="0"/>
  <p:cmAuthor id="2006" name="jiaru tiger" initials="jt" lastIdx="2" clrIdx="38"/>
  <p:cmAuthor id="492" name="未知的使用者211" initials="未" lastIdx="1" clrIdx="0"/>
  <p:cmAuthor id="493" name="未知的使用者212" initials="未" lastIdx="11" clrIdx="0"/>
  <p:cmAuthor id="494" name="未知的使用者213" initials="未" lastIdx="7" clrIdx="1"/>
  <p:cmAuthor id="495" name="未知的使用者214" initials="未" lastIdx="1" clrIdx="2"/>
  <p:cmAuthor id="496" name="未知的使用者215" initials="未" lastIdx="1" clrIdx="0"/>
  <p:cmAuthor id="497" name="未知的使用者216" initials="未" lastIdx="1" clrIdx="0"/>
  <p:cmAuthor id="498" name="未知的使用者217" initials="未" lastIdx="1" clrIdx="1"/>
  <p:cmAuthor id="499" name="未知的使用者218" initials="未" lastIdx="1" clrIdx="0"/>
  <p:cmAuthor id="500" name="未知的使用者219" initials="未" lastIdx="2" clrIdx="0"/>
  <p:cmAuthor id="501" name="未知的使用者220" initials="未" lastIdx="7" clrIdx="1"/>
  <p:cmAuthor id="502" name="未知的使用者153" initials="未" lastIdx="1" clrIdx="0"/>
  <p:cmAuthor id="503" name="未知的使用者154" initials="未" lastIdx="1" clrIdx="0"/>
  <p:cmAuthor id="504" name="未知用户25" initials="未" lastIdx="1" clrIdx="0"/>
  <p:cmAuthor id="506" name="未知的使用者129" initials="未" lastIdx="1" clrIdx="0"/>
  <p:cmAuthor id="507" name="未知的使用者130" initials="未" lastIdx="8" clrIdx="0"/>
  <p:cmAuthor id="508" name="未知的使用者131" initials="未" lastIdx="2" clrIdx="0"/>
  <p:cmAuthor id="509" name="未知的使用者132" initials="未" lastIdx="8" clrIdx="0"/>
  <p:cmAuthor id="510" name="未知的使用者164" initials="未" lastIdx="8" clrIdx="0"/>
  <p:cmAuthor id="511" name="未知的使用者172" initials="未" lastIdx="1" clrIdx="0"/>
  <p:cmAuthor id="512" name="未知的使用者174" initials="未" lastIdx="1" clrIdx="0"/>
  <p:cmAuthor id="513" name="未知的使用者247" initials="未" lastIdx="6" clrIdx="0"/>
  <p:cmAuthor id="514" name="未知的使用者249" initials="未" lastIdx="43" clrIdx="1"/>
  <p:cmAuthor id="515" name="未知的使用者250" initials="未" lastIdx="1" clrIdx="0"/>
  <p:cmAuthor id="516" name="未知的使用者251" initials="未" lastIdx="1" clrIdx="0"/>
  <p:cmAuthor id="517" name="未知的使用者246" initials="未" lastIdx="1" clrIdx="1"/>
  <p:cmAuthor id="518" name="未知的使用者224" initials="未" lastIdx="1" clrIdx="0"/>
  <p:cmAuthor id="519" name="未知的使用者252" initials="未" lastIdx="1" clrIdx="0"/>
  <p:cmAuthor id="520" name="未知的使用者253" initials="未" lastIdx="1" clrIdx="0"/>
  <p:cmAuthor id="521" name="未知的使用者254" initials="未" lastIdx="1" clrIdx="0"/>
  <p:cmAuthor id="522" name="未知的使用者255" initials="未" lastIdx="1" clrIdx="0"/>
  <p:cmAuthor id="523" name="未知的使用者226" initials="未" lastIdx="8" clrIdx="0"/>
  <p:cmAuthor id="524" name="未知的使用者227" initials="未" lastIdx="2" clrIdx="0"/>
  <p:cmAuthor id="525" name="未知的使用者270" initials="未" lastIdx="1" clrIdx="0"/>
  <p:cmAuthor id="526" name="未知的使用者228" initials="未" lastIdx="8" clrIdx="0"/>
  <p:cmAuthor id="8535702" name="曾蓓/贝贝" initials="曾" lastIdx="0" clrIdx="0"/>
  <p:cmAuthor id="527" name="未知的使用者229" initials="未" lastIdx="8" clrIdx="0"/>
  <p:cmAuthor id="528" name="未知的使用者230" initials="未" lastIdx="1" clrIdx="0"/>
  <p:cmAuthor id="529" name="未知的使用者231" initials="未" lastIdx="1" clrIdx="0"/>
  <p:cmAuthor id="530" name="未知的使用者256" initials="未" lastIdx="1" clrIdx="0"/>
  <p:cmAuthor id="531" name="未知的使用者233" initials="未" lastIdx="1" clrIdx="0"/>
  <p:cmAuthor id="532" name="未知的使用者234" initials="未" lastIdx="10" clrIdx="0"/>
  <p:cmAuthor id="533" name="未知的使用者235" initials="未" lastIdx="1" clrIdx="0"/>
  <p:cmAuthor id="534" name="未知的使用者236" initials="未" lastIdx="1" clrIdx="0"/>
  <p:cmAuthor id="535" name="未知的使用者257" initials="未" lastIdx="1" clrIdx="0"/>
  <p:cmAuthor id="536" name="未知的使用者237" initials="未" lastIdx="1" clrIdx="0"/>
  <p:cmAuthor id="537" name="未知的使用者238" initials="未" lastIdx="2" clrIdx="0"/>
  <p:cmAuthor id="538" name="未知的使用者239" initials="未" lastIdx="1" clrIdx="1"/>
  <p:cmAuthor id="539" name="未知的使用者240" initials="未" lastIdx="1" clrIdx="0"/>
  <p:cmAuthor id="540" name="未知的使用者241" initials="未" lastIdx="1" clrIdx="0"/>
  <p:cmAuthor id="541" name="未知的使用者242" initials="未" lastIdx="2" clrIdx="0"/>
  <p:cmAuthor id="542" name="未知的使用者243" initials="未" lastIdx="1" clrIdx="0"/>
  <p:cmAuthor id="543" name="未知的使用者258" initials="未" lastIdx="8" clrIdx="0"/>
  <p:cmAuthor id="544" name="未知的使用者259" initials="未" lastIdx="1" clrIdx="0"/>
  <p:cmAuthor id="545" name="未知的使用者260" initials="未" lastIdx="1" clrIdx="0"/>
  <p:cmAuthor id="546" name="未知的使用者261" initials="未" lastIdx="11" clrIdx="0"/>
  <p:cmAuthor id="547" name="未知的使用者262" initials="未" lastIdx="7" clrIdx="1"/>
  <p:cmAuthor id="548" name="未知的使用者263" initials="未" lastIdx="1" clrIdx="2"/>
  <p:cmAuthor id="549" name="未知的使用者264" initials="未" lastIdx="1" clrIdx="0"/>
  <p:cmAuthor id="550" name="未知的使用者265" initials="未" lastIdx="1" clrIdx="0"/>
  <p:cmAuthor id="551" name="未知的使用者266" initials="未" lastIdx="1" clrIdx="1"/>
  <p:cmAuthor id="552" name="未知的使用者267" initials="未" lastIdx="1" clrIdx="0"/>
  <p:cmAuthor id="553" name="未知的使用者268" initials="未" lastIdx="2" clrIdx="0"/>
  <p:cmAuthor id="554" name="未知的使用者269" initials="未" lastIdx="7" clrIdx="1"/>
  <p:cmAuthor id="555" name="lillian" initials="l" lastIdx="1" clrIdx="0"/>
  <p:cmAuthor id="556" name="未知用户197" initials="未" lastIdx="1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4" name="未知用户319" initials="未" lastIdx="1" clrIdx="0"/>
  <p:cmAuthor id="565" name="未知用户222" initials="未" lastIdx="1" clrIdx="0"/>
  <p:cmAuthor id="566" name="未知用户87" initials="未" lastIdx="1" clrIdx="0"/>
  <p:cmAuthor id="567" name="未知用户88" initials="未" lastIdx="1" clrIdx="0"/>
  <p:cmAuthor id="568" name="未知用户89" initials="未" lastIdx="1" clrIdx="0"/>
  <p:cmAuthor id="570" name="未知用户110" initials="未" lastIdx="1" clrIdx="0"/>
  <p:cmAuthor id="571" name="未知用户121" initials="未" lastIdx="1" clrIdx="1"/>
  <p:cmAuthor id="572" name="未知用户234" initials="未" lastIdx="7" clrIdx="1"/>
  <p:cmAuthor id="573" name="未知用户54" initials="未" lastIdx="8" clrIdx="0"/>
  <p:cmAuthor id="574" name="未知用户278" initials="未" lastIdx="1" clrIdx="0"/>
  <p:cmAuthor id="575" name="未知用户279" initials="未" lastIdx="1" clrIdx="0"/>
  <p:cmAuthor id="576" name="未知用户280" initials="未" lastIdx="4" clrIdx="2"/>
  <p:cmAuthor id="577" name="未知用户281" initials="未" lastIdx="1" clrIdx="0"/>
  <p:cmAuthor id="578" name="未知用户282" initials="未" lastIdx="3" clrIdx="1"/>
  <p:cmAuthor id="579" name="未知用户283" initials="未" lastIdx="1" clrIdx="1"/>
  <p:cmAuthor id="580" name="未知用户284" initials="未" lastIdx="1" clrIdx="0"/>
  <p:cmAuthor id="581" name="未知用户285" initials="未" lastIdx="8" clrIdx="0"/>
  <p:cmAuthor id="583" name="78234500@qq.com" initials="7" lastIdx="1" clrIdx="0"/>
  <p:cmAuthor id="585" name="未知用户290" initials="未" lastIdx="2" clrIdx="0"/>
  <p:cmAuthor id="586" name="未知用户291" initials="未" lastIdx="8" clrIdx="0"/>
  <p:cmAuthor id="587" name="未知用户292" initials="未" lastIdx="1" clrIdx="0"/>
  <p:cmAuthor id="588" name="未知用户293" initials="未" lastIdx="1" clrIdx="0"/>
  <p:cmAuthor id="210492765" name="施普希（菜菜）" initials="施" lastIdx="0" clrIdx="0"/>
  <p:cmAuthor id="589" name="未知用户295" initials="未" lastIdx="1" clrIdx="0"/>
  <p:cmAuthor id="210492766" name="yu 1" initials="y1" lastIdx="1" clrIdx="19"/>
  <p:cmAuthor id="590" name="未知用户297" initials="未" lastIdx="1" clrIdx="0"/>
  <p:cmAuthor id="210492767" name="李 嘉" initials="李" lastIdx="1" clrIdx="26"/>
  <p:cmAuthor id="591" name="panjm" initials="p" lastIdx="1" clrIdx="0"/>
  <p:cmAuthor id="210492768" name="gus9@chinaunicom.cn" initials="g" lastIdx="4" clrIdx="27"/>
  <p:cmAuthor id="592" name="ye gusong" initials="y" lastIdx="1" clrIdx="0"/>
  <p:cmAuthor id="593" name="wei muzi" initials="w" lastIdx="1" clrIdx="4"/>
  <p:cmAuthor id="594" name="孙" initials="孙" lastIdx="1" clrIdx="50"/>
  <p:cmAuthor id="595" name="liuchunhua199110" initials="l" lastIdx="3" clrIdx="3"/>
  <p:cmAuthor id="597" name="未知用户256" initials="未" lastIdx="1" clrIdx="0"/>
  <p:cmAuthor id="598" name="未知的使用者139" initials="未" lastIdx="1" clrIdx="0"/>
  <p:cmAuthor id="599" name="未知用户258" initials="未" lastIdx="8" clrIdx="0"/>
  <p:cmAuthor id="604" name="未知的使用者140" initials="未" lastIdx="1" clrIdx="1"/>
  <p:cmAuthor id="605" name="yudi lin" initials="y" lastIdx="0" clrIdx="0"/>
  <p:cmAuthor id="608" name="49554261@qq.com" initials="4" lastIdx="2" clrIdx="2"/>
  <p:cmAuthor id="610" name="未知用户215" initials="未" lastIdx="1" clrIdx="0"/>
  <p:cmAuthor id="611" name="未知用户313" initials="未" lastIdx="2" clrIdx="0"/>
  <p:cmAuthor id="612" name="胡岱雯" initials="胡" lastIdx="1" clrIdx="0"/>
  <p:cmAuthor id="613" name="张 成亚" initials="张" lastIdx="1" clrIdx="52"/>
  <p:cmAuthor id="614" name="未知用户268" initials="未" lastIdx="1" clrIdx="0"/>
  <p:cmAuthor id="615" name="liuzga" initials="l" lastIdx="1" clrIdx="3"/>
  <p:cmAuthor id="616" name="未知用户213" initials="未" lastIdx="1" clrIdx="0"/>
  <p:cmAuthor id="617" name="未知用户218" initials="未" lastIdx="1" clrIdx="0"/>
  <p:cmAuthor id="618" name="未知用户219" initials="未" lastIdx="10" clrIdx="0"/>
  <p:cmAuthor id="619" name="未知用户344" initials="未" lastIdx="1" clrIdx="0"/>
  <p:cmAuthor id="620" name="未知用户345" initials="未" lastIdx="1" clrIdx="0"/>
  <p:cmAuthor id="621" name="未知用户347" initials="未" lastIdx="6" clrIdx="0"/>
  <p:cmAuthor id="622" name="未知用户348" initials="未" lastIdx="10" clrIdx="0"/>
  <p:cmAuthor id="623" name="jian Ray" initials="j" lastIdx="1" clrIdx="50"/>
  <p:cmAuthor id="625" name="Microsoft Office 用户" initials="M" lastIdx="25" clrIdx="3"/>
  <p:cmAuthor id="626" name="王丽君" initials="王" lastIdx="4" clrIdx="0"/>
  <p:cmAuthor id="627" name="未知用户237" initials="未" lastIdx="1" clrIdx="0"/>
  <p:cmAuthor id="628" name="�Ÿ�" initials="�" lastIdx="1" clrIdx="0"/>
  <p:cmAuthor id="629" name="未知用户221" initials="未" lastIdx="43" clrIdx="1"/>
  <p:cmAuthor id="630" name="jesschin" initials="j" lastIdx="1" clrIdx="510"/>
  <p:cmAuthor id="632" name="林志强" initials="林" lastIdx="1" clrIdx="631"/>
  <p:cmAuthor id="633" name="Carol Kelly" initials="C" lastIdx="1" clrIdx="0"/>
  <p:cmAuthor id="634" name="马月" initials="马" lastIdx="1" clrIdx="633"/>
  <p:cmAuthor id="635" name="李苏薇" initials="李" lastIdx="1" clrIdx="634"/>
  <p:cmAuthor id="636" name="Unknown User58" initials="U" lastIdx="1" clrIdx="0"/>
  <p:cmAuthor id="637" name="Unknown User55" initials="U" lastIdx="1" clrIdx="1"/>
  <p:cmAuthor id="638" name="未知用户343" initials="未" lastIdx="1" clrIdx="0"/>
  <p:cmAuthor id="639" name="Huipeng Cao" initials="H" lastIdx="1" clrIdx="0"/>
  <p:cmAuthor id="640" name="李 雷雨" initials="李" lastIdx="1" clrIdx="0"/>
  <p:cmAuthor id="641" name="91257" initials="9" lastIdx="0" clrIdx="1"/>
  <p:cmAuthor id="642" name="vicky" initials="v" lastIdx="2" clrIdx="1"/>
  <p:cmAuthor id="643" name="庆芳 许" initials="庆" lastIdx="1" clrIdx="0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姚翔" initials="姚" lastIdx="1" clrIdx="647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未知用户296" initials="未" lastIdx="1" clrIdx="0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倪怡" initials="倪" lastIdx="1" clrIdx="658"/>
  <p:cmAuthor id="660" name="未知用户304" initials="未" lastIdx="1" clrIdx="0"/>
  <p:cmAuthor id="661" name="未知用户305" initials="未" lastIdx="1" clrIdx="0"/>
  <p:cmAuthor id="662" name="敢 王" initials="敢" lastIdx="1" clrIdx="0"/>
  <p:cmAuthor id="663" name="邓 勇" initials="邓" lastIdx="1" clrIdx="0"/>
  <p:cmAuthor id="664" name="陈城" initials="陈" lastIdx="0" clrIdx="2"/>
  <p:cmAuthor id="665" name="未知用户309" initials="未" lastIdx="8" clrIdx="0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未知用户216" initials="未" lastIdx="1" clrIdx="0"/>
  <p:cmAuthor id="674" name="孟连磊" initials="孟" lastIdx="1" clrIdx="0"/>
  <p:cmAuthor id="394525608" name="仇怿俊" initials="仇" lastIdx="0" clrIdx="0"/>
  <p:cmAuthor id="676" name="未知的使用者177" initials="未" lastIdx="8" clrIdx="0"/>
  <p:cmAuthor id="394525609" name="mei shuo" initials="mei shuo" lastIdx="1" clrIdx="24"/>
  <p:cmAuthor id="394525610" name="dengwanting" initials="d" lastIdx="1" clrIdx="50"/>
  <p:cmAuthor id="677" name="未知用户354" initials="未" lastIdx="1" clrIdx="0"/>
  <p:cmAuthor id="678" name="未知的使用者221" initials="未" lastIdx="1" clrIdx="0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1" name="璇 安" initials="璇" lastIdx="9" clrIdx="85"/>
  <p:cmAuthor id="47245819" name="群智集" initials="群" lastIdx="0" clrIdx="0"/>
  <p:cmAuthor id="692" name="未知用户214" initials="未" lastIdx="2" clrIdx="0"/>
  <p:cmAuthor id="47245820" name="郏 鹏" initials="郏" lastIdx="1" clrIdx="16"/>
  <p:cmAuthor id="693" name="lxm" initials="l" lastIdx="1" clrIdx="413"/>
  <p:cmAuthor id="47245821" name="郏鹏" initials="M" lastIdx="1" clrIdx="17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29922660" name="杨强" initials="杨" lastIdx="0" clrIdx="0"/>
  <p:cmAuthor id="721" name="wangxinhui" initials="w" lastIdx="1" clrIdx="0"/>
  <p:cmAuthor id="29922661" name="檀晟 陈" initials="檀晟" lastIdx="1" clrIdx="1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739" name="未知用户466" initials="未" lastIdx="1" clrIdx="0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FFF"/>
    <a:srgbClr val="F5B482"/>
    <a:srgbClr val="FCE9EB"/>
    <a:srgbClr val="F4F8FC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8"/>
      </p:cViewPr>
      <p:guideLst>
        <p:guide orient="horz" pos="194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8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系列1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dPt>
            <c:idx val="8"/>
            <c:invertIfNegative val="0"/>
            <c:spPr>
              <a:solidFill>
                <a:srgbClr val="C00000"/>
              </a:solidFill>
            </c:spPr>
          </c:dPt>
          <c:dLbls>
            <c:dLbl>
              <c:idx val="8"/>
              <c:numFmt formatCode="0.00" sourceLinked="0"/>
              <c:spPr/>
              <c:txPr>
                <a:bodyPr/>
                <a:lstStyle/>
                <a:p>
                  <a:pPr>
                    <a:defRPr b="1" sz="1000">
                      <a:solidFill>
                        <a:srgbClr val="C0000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sz="1000">
                    <a:solidFill>
                      <a:srgbClr val="262626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4.12</c:v>
                </c:pt>
                <c:pt idx="1">
                  <c:v>4.05</c:v>
                </c:pt>
                <c:pt idx="2">
                  <c:v>4.31</c:v>
                </c:pt>
                <c:pt idx="3">
                  <c:v>4.28</c:v>
                </c:pt>
                <c:pt idx="4">
                  <c:v>4.33</c:v>
                </c:pt>
                <c:pt idx="5">
                  <c:v>4.36</c:v>
                </c:pt>
                <c:pt idx="6">
                  <c:v>4.29</c:v>
                </c:pt>
                <c:pt idx="7">
                  <c:v>4.4</c:v>
                </c:pt>
                <c:pt idx="8">
                  <c:v>4.48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62626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冬奥联通版范例一-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五边形 4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边形 5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联通版-分隔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 userDrawn="1"/>
        </p:nvGrpSpPr>
        <p:grpSpPr>
          <a:xfrm>
            <a:off x="0" y="-24673"/>
            <a:ext cx="12306062" cy="6907346"/>
            <a:chOff x="0" y="-24673"/>
            <a:chExt cx="12306062" cy="6907346"/>
          </a:xfrm>
        </p:grpSpPr>
        <p:pic>
          <p:nvPicPr>
            <p:cNvPr id="7" name="Picture 2"/>
            <p:cNvPicPr>
              <a:picLocks noChangeAspect="1"/>
            </p:cNvPicPr>
            <p:nvPr userDrawn="1"/>
          </p:nvPicPr>
          <p:blipFill rotWithShape="1">
            <a:blip r:embed="rId2"/>
            <a:srcRect l="3952" t="11446" b="11445"/>
            <a:stretch>
              <a:fillRect/>
            </a:stretch>
          </p:blipFill>
          <p:spPr>
            <a:xfrm>
              <a:off x="0" y="-24673"/>
              <a:ext cx="9173818" cy="690734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 userDrawn="1"/>
          </p:nvSpPr>
          <p:spPr>
            <a:xfrm>
              <a:off x="9006808" y="-1"/>
              <a:ext cx="3299254" cy="6882673"/>
            </a:xfrm>
            <a:prstGeom prst="rect">
              <a:avLst/>
            </a:prstGeom>
            <a:solidFill>
              <a:srgbClr val="F1EB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1168400" y="1812930"/>
            <a:ext cx="10515600" cy="1325563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buNone/>
              <a:defRPr sz="3200" baseline="0"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第一部分</a:t>
            </a:r>
            <a:endParaRPr lang="en-US" dirty="0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1168400" y="3333717"/>
            <a:ext cx="10515600" cy="277584"/>
          </a:xfrm>
        </p:spPr>
        <p:txBody>
          <a:bodyPr lIns="0" tIns="0" rIns="0" bIns="0">
            <a:normAutofit/>
          </a:bodyPr>
          <a:lstStyle>
            <a:lvl1pPr marL="0" indent="0" algn="r">
              <a:buNone/>
              <a:defRPr sz="2100" baseline="0">
                <a:solidFill>
                  <a:schemeClr val="tx1"/>
                </a:solidFill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部分标题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ags" Target="../tags/tag57.xml"/><Relationship Id="rId16" Type="http://schemas.openxmlformats.org/officeDocument/2006/relationships/tags" Target="../tags/tag58.xml"/><Relationship Id="rId17" Type="http://schemas.openxmlformats.org/officeDocument/2006/relationships/tags" Target="../tags/tag59.xml"/><Relationship Id="rId18" Type="http://schemas.openxmlformats.org/officeDocument/2006/relationships/tags" Target="../tags/tag60.xml"/><Relationship Id="rId19" Type="http://schemas.openxmlformats.org/officeDocument/2006/relationships/tags" Target="../tags/tag61.xml"/><Relationship Id="rId20" Type="http://schemas.openxmlformats.org/officeDocument/2006/relationships/tags" Target="../tags/tag62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497013" y="152028"/>
            <a:ext cx="368567" cy="4243767"/>
            <a:chOff x="-712674" y="221039"/>
            <a:chExt cx="596841" cy="6303760"/>
          </a:xfrm>
        </p:grpSpPr>
        <p:sp>
          <p:nvSpPr>
            <p:cNvPr id="8" name="矩形 7"/>
            <p:cNvSpPr/>
            <p:nvPr userDrawn="1"/>
          </p:nvSpPr>
          <p:spPr>
            <a:xfrm>
              <a:off x="-703385" y="736855"/>
              <a:ext cx="539263" cy="515816"/>
            </a:xfrm>
            <a:prstGeom prst="rect">
              <a:avLst/>
            </a:prstGeom>
            <a:solidFill>
              <a:srgbClr val="E50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9" name="矩形 8"/>
            <p:cNvSpPr/>
            <p:nvPr userDrawn="1"/>
          </p:nvSpPr>
          <p:spPr>
            <a:xfrm>
              <a:off x="-703385" y="221039"/>
              <a:ext cx="539263" cy="515816"/>
            </a:xfrm>
            <a:prstGeom prst="rect">
              <a:avLst/>
            </a:prstGeom>
            <a:solidFill>
              <a:srgbClr val="01B4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-698542" y="1333986"/>
              <a:ext cx="539263" cy="515816"/>
            </a:xfrm>
            <a:prstGeom prst="rect">
              <a:avLst/>
            </a:prstGeom>
            <a:solidFill>
              <a:srgbClr val="2A7F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-705606" y="1842972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主色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2" name="矩形 11"/>
            <p:cNvSpPr/>
            <p:nvPr userDrawn="1"/>
          </p:nvSpPr>
          <p:spPr>
            <a:xfrm>
              <a:off x="-698542" y="2208116"/>
              <a:ext cx="539263" cy="515816"/>
            </a:xfrm>
            <a:prstGeom prst="rect">
              <a:avLst/>
            </a:prstGeom>
            <a:solidFill>
              <a:srgbClr val="015D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3" name="文本框 12"/>
            <p:cNvSpPr txBox="1"/>
            <p:nvPr userDrawn="1"/>
          </p:nvSpPr>
          <p:spPr>
            <a:xfrm>
              <a:off x="-705607" y="2709729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辅色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-698542" y="3082246"/>
              <a:ext cx="539263" cy="515816"/>
            </a:xfrm>
            <a:prstGeom prst="rect">
              <a:avLst/>
            </a:prstGeom>
            <a:solidFill>
              <a:srgbClr val="FCB5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5" name="文本框 14"/>
            <p:cNvSpPr txBox="1"/>
            <p:nvPr userDrawn="1"/>
          </p:nvSpPr>
          <p:spPr>
            <a:xfrm>
              <a:off x="-705609" y="3593000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强调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6" name="矩形 15"/>
            <p:cNvSpPr/>
            <p:nvPr userDrawn="1"/>
          </p:nvSpPr>
          <p:spPr>
            <a:xfrm>
              <a:off x="-698542" y="3960457"/>
              <a:ext cx="539263" cy="515816"/>
            </a:xfrm>
            <a:prstGeom prst="rect">
              <a:avLst/>
            </a:prstGeom>
            <a:solidFill>
              <a:srgbClr val="CDB97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7" name="文本框 16"/>
            <p:cNvSpPr txBox="1"/>
            <p:nvPr userDrawn="1"/>
          </p:nvSpPr>
          <p:spPr>
            <a:xfrm>
              <a:off x="-705609" y="447121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8" name="矩形 17"/>
            <p:cNvSpPr/>
            <p:nvPr userDrawn="1"/>
          </p:nvSpPr>
          <p:spPr>
            <a:xfrm>
              <a:off x="-705608" y="4838668"/>
              <a:ext cx="539263" cy="515816"/>
            </a:xfrm>
            <a:prstGeom prst="rect">
              <a:avLst/>
            </a:prstGeom>
            <a:solidFill>
              <a:srgbClr val="B284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9" name="文本框 18"/>
            <p:cNvSpPr txBox="1"/>
            <p:nvPr userDrawn="1"/>
          </p:nvSpPr>
          <p:spPr>
            <a:xfrm>
              <a:off x="-712674" y="534942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20" name="矩形 19"/>
            <p:cNvSpPr/>
            <p:nvPr userDrawn="1"/>
          </p:nvSpPr>
          <p:spPr>
            <a:xfrm>
              <a:off x="-705608" y="5716879"/>
              <a:ext cx="539263" cy="515816"/>
            </a:xfrm>
            <a:prstGeom prst="rect">
              <a:avLst/>
            </a:prstGeom>
            <a:solidFill>
              <a:srgbClr val="A1C8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21" name="文本框 20"/>
            <p:cNvSpPr txBox="1"/>
            <p:nvPr userDrawn="1"/>
          </p:nvSpPr>
          <p:spPr>
            <a:xfrm>
              <a:off x="-712674" y="6227634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</p:grp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2994660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633472"/>
            <a:ext cx="9966960" cy="835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lang="zh-CN" altLang="en-US" sz="44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2025年1-9月经营分析报告</a:t>
            </a:r>
            <a:endParaRPr sz="4400"/>
          </a:p>
        </p:txBody>
      </p:sp>
      <p:sp>
        <p:nvSpPr>
          <p:cNvPr id="5" name="TextBox 4"/>
          <p:cNvSpPr txBox="1"/>
          <p:nvPr/>
        </p:nvSpPr>
        <p:spPr>
          <a:xfrm>
            <a:off x="1892808" y="4745736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示例市分公司 市场部</a:t>
            </a:r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1892808" y="5175504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2025年10月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核心结论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前三季度收入稳中有进，但完成率落后时序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、宽带渗透率持续下滑，四季度须聚焦存量维系与落后区县追赶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0477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75488" y="212521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300"/>
          </a:p>
        </p:txBody>
      </p:sp>
      <p:sp>
        <p:nvSpPr>
          <p:cNvPr id="8" name="TextBox 7"/>
          <p:cNvSpPr txBox="1"/>
          <p:nvPr/>
        </p:nvSpPr>
        <p:spPr>
          <a:xfrm>
            <a:off x="1051560" y="165963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收入稳中有进，全年目标承压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1-9月收入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38.62亿元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，领先全省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；完成率73.1%，落后时序进度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，四季度月均需达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4.74亿元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（较前三季度月均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+10.4%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</a:t>
            </a:r>
            <a:endParaRPr sz="1300"/>
          </a:p>
        </p:txBody>
      </p:sp>
      <p:cxnSp>
        <p:nvCxnSpPr>
          <p:cNvPr id="9" name="Connector 8"/>
          <p:cNvCxnSpPr/>
          <p:nvPr/>
        </p:nvCxnSpPr>
        <p:spPr>
          <a:xfrm>
            <a:off x="9445752" y="178765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582912" y="169621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收入同比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21259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8" y="373303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300"/>
          </a:p>
        </p:txBody>
      </p:sp>
      <p:sp>
        <p:nvSpPr>
          <p:cNvPr id="13" name="TextBox 12"/>
          <p:cNvSpPr txBox="1"/>
          <p:nvPr/>
        </p:nvSpPr>
        <p:spPr>
          <a:xfrm>
            <a:off x="1051560" y="326745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宽带渗透率下滑，拆机上升是首因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9月宽带渗透率41.2%，较年初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；其中拆机上升贡献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，新装不足贡献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−0.5pp</a:t>
            </a:r>
            <a:endParaRPr sz="1300"/>
          </a:p>
        </p:txBody>
      </p:sp>
      <p:cxnSp>
        <p:nvCxnSpPr>
          <p:cNvPr id="14" name="Connector 13"/>
          <p:cNvCxnSpPr/>
          <p:nvPr/>
        </p:nvCxnSpPr>
        <p:spPr>
          <a:xfrm>
            <a:off x="9445752" y="339547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9582912" y="330403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渗透率较年初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82041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488" y="534085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300"/>
          </a:p>
        </p:txBody>
      </p:sp>
      <p:sp>
        <p:nvSpPr>
          <p:cNvPr id="18" name="TextBox 17"/>
          <p:cNvSpPr txBox="1"/>
          <p:nvPr/>
        </p:nvSpPr>
        <p:spPr>
          <a:xfrm>
            <a:off x="1051560" y="487527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区县分化明显，E县、F县是追赶重点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仅A区完成率跑赢时序进度；E县、F县分别落后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−3.1pp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−5.9pp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，且F县收入同比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−0.7%</a:t>
            </a:r>
            <a:endParaRPr sz="1300"/>
          </a:p>
        </p:txBody>
      </p:sp>
      <p:cxnSp>
        <p:nvCxnSpPr>
          <p:cNvPr id="19" name="Connector 18"/>
          <p:cNvCxnSpPr/>
          <p:nvPr/>
        </p:nvCxnSpPr>
        <p:spPr>
          <a:xfrm>
            <a:off x="9445752" y="500329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9582912" y="491185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跑赢时序区县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1/6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</a:t>
            </a:r>
            <a:endParaRPr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一、经营概览：收入稳中有进，全年目标承压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1-9月收入同比</a:t>
            </a:r>
            <a:r>
              <a:rPr lang="zh-CN" altLang="en-US"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、领先全省</a:t>
            </a:r>
            <a:r>
              <a:rPr lang="zh-CN" altLang="en-US"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，但完成率落后时序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，四季度月均收入需达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4.74亿元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营业收入（1-9月）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38.62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同比 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30118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收入完成率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73.1</a:t>
            </a: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%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时序进度 75%  </a:t>
            </a:r>
            <a:r>
              <a:rPr lang="zh-CN" altLang="en-US" sz="11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5916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移动用户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512.3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万户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+2.5%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1714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宽带渗透率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41.2</a:t>
            </a: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%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1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76372"/>
            <a:ext cx="6792163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月度收入（亿元）</a:t>
            </a:r>
            <a:endParaRPr sz="1500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3342132"/>
          <a:ext cx="6792163" cy="29215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86523" y="2976372"/>
            <a:ext cx="4528109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关键发现</a:t>
            </a:r>
            <a:endParaRPr sz="1500"/>
          </a:p>
        </p:txBody>
      </p:sp>
      <p:sp>
        <p:nvSpPr>
          <p:cNvPr id="13" name="TextBox 12"/>
          <p:cNvSpPr txBox="1"/>
          <p:nvPr/>
        </p:nvSpPr>
        <p:spPr>
          <a:xfrm>
            <a:off x="7386523" y="3387852"/>
            <a:ext cx="4528109" cy="28757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单月创新高：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9月收入4.48亿元，环比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+1.8%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，为年内单月最高水平</a:t>
            </a:r>
            <a:endParaRPr sz="1400"/>
          </a:p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增速领先：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累计同比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，高于全省3.9%，领先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endParaRPr sz="1400"/>
          </a:p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进度落后：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完成率73.1%，落后时序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；完成全年目标52.83亿元，四季度月均需4.74亿元，较前三季度月均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+10.4%</a:t>
            </a:r>
            <a:endParaRPr sz="1400"/>
          </a:p>
        </p:txBody>
      </p:sp>
      <p:sp>
        <p:nvSpPr>
          <p:cNvPr id="14" name="TextBox 13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一、经营概览：区县分化明显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仅A区跑赢时序进度；E县、F县完成率分别落后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−3.1pp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−5.9pp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，E县渗透率降幅全市最大（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−2.3pp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），两县是追赶重点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7924190" cy="4658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17514"/>
                <a:gridCol w="1320698"/>
                <a:gridCol w="1015922"/>
                <a:gridCol w="1015922"/>
                <a:gridCol w="1219106"/>
                <a:gridCol w="1219106"/>
                <a:gridCol w="1015922"/>
              </a:tblGrid>
              <a:tr h="58235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收入（亿元）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同比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较时序进度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宽带渗透率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较年初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9.85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+7.8%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+0.2pp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−0.4pp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7.62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+6.6%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74.7%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43.5%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72.4%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−1.7pp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5.37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+3.7%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−2.4pp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4.96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+2.9%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−3.1pp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4.34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69.1%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−5.9pp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−1.7pp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全市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38.62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−1.9pp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41.2%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18550" y="1604772"/>
            <a:ext cx="339608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对标结论</a:t>
            </a:r>
            <a:endParaRPr sz="1500"/>
          </a:p>
        </p:txBody>
      </p:sp>
      <p:sp>
        <p:nvSpPr>
          <p:cNvPr id="8" name="Rectangle 7"/>
          <p:cNvSpPr/>
          <p:nvPr/>
        </p:nvSpPr>
        <p:spPr>
          <a:xfrm>
            <a:off x="8518550" y="2043684"/>
            <a:ext cx="3396082" cy="129692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领跑：A区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收入同比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+7.8%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，唯一跑赢时序的区县，可复制其存量经营做法</a:t>
            </a:r>
            <a:endParaRPr sz="1300"/>
          </a:p>
        </p:txBody>
      </p:sp>
      <p:sp>
        <p:nvSpPr>
          <p:cNvPr id="9" name="Rectangle 8"/>
          <p:cNvSpPr/>
          <p:nvPr/>
        </p:nvSpPr>
        <p:spPr>
          <a:xfrm>
            <a:off x="8518550" y="3505200"/>
            <a:ext cx="3396082" cy="12969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追赶：E县、F县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完成率落后时序3pp以上，渗透率降幅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−2.3pp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−1.7pp</a:t>
            </a:r>
            <a:endParaRPr sz="1300"/>
          </a:p>
        </p:txBody>
      </p:sp>
      <p:sp>
        <p:nvSpPr>
          <p:cNvPr id="10" name="Rectangle 9"/>
          <p:cNvSpPr/>
          <p:nvPr/>
        </p:nvSpPr>
        <p:spPr>
          <a:xfrm>
            <a:off x="8518550" y="4966716"/>
            <a:ext cx="3396082" cy="12969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关注：C区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收入体量第三，但渗透率较年初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−1.7pp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，降幅高于全市</a:t>
            </a:r>
            <a:endParaRPr sz="1300"/>
          </a:p>
        </p:txBody>
      </p:sp>
      <p:sp>
        <p:nvSpPr>
          <p:cNvPr id="11" name="TextBox 1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数据来源：经分系统（示例数据）；统计口径：2025年1-9月累计，收入为不含税出账收入；时序进度按9/12计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二、问题诊断：拆机上升是渗透率下滑的首因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宽带渗透率较年初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，拆机上升是首要原因（贡献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），应优先抓存量维系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5806440"/>
            <a:ext cx="11640312" cy="457200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ctr" wrap="square" lIns="137160" tIns="73152" rIns="137160" bIns="73152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启示：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拆机贡献超过新装不足，四季度资源应向合约到期用户续约、装维质量提升倾斜，同时补齐C区、E县新建小区覆盖</a:t>
            </a:r>
            <a:endParaRPr sz="1300"/>
          </a:p>
        </p:txBody>
      </p:sp>
      <p:sp>
        <p:nvSpPr>
          <p:cNvPr id="7" name="Rectangle 6"/>
          <p:cNvSpPr/>
          <p:nvPr/>
        </p:nvSpPr>
        <p:spPr>
          <a:xfrm>
            <a:off x="274320" y="1604772"/>
            <a:ext cx="2349485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3081005" y="1604772"/>
            <a:ext cx="3064546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原因拆解（贡献度）</a:t>
            </a:r>
            <a:endParaRPr sz="1200"/>
          </a:p>
        </p:txBody>
      </p:sp>
      <p:sp>
        <p:nvSpPr>
          <p:cNvPr id="9" name="Rectangle 8"/>
          <p:cNvSpPr/>
          <p:nvPr/>
        </p:nvSpPr>
        <p:spPr>
          <a:xfrm>
            <a:off x="6602752" y="1604772"/>
            <a:ext cx="5311880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数据证据</a:t>
            </a:r>
            <a:endParaRPr sz="1200"/>
          </a:p>
        </p:txBody>
      </p:sp>
      <p:sp>
        <p:nvSpPr>
          <p:cNvPr id="10" name="Rectangle 9"/>
          <p:cNvSpPr/>
          <p:nvPr/>
        </p:nvSpPr>
        <p:spPr>
          <a:xfrm>
            <a:off x="274320" y="2996946"/>
            <a:ext cx="2349485" cy="173736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宽带渗透率下滑</a:t>
            </a:r>
            <a:endParaRPr sz="14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/>
            </a:r>
            <a:endParaRPr sz="14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 41.2%</a:t>
            </a:r>
            <a:endParaRPr sz="14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081005" y="2107692"/>
            <a:ext cx="3064546" cy="10805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新装不足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−0.5pp</a:t>
            </a:r>
            <a:endParaRPr sz="1300"/>
          </a:p>
        </p:txBody>
      </p:sp>
      <p:sp>
        <p:nvSpPr>
          <p:cNvPr id="12" name="Rectangle 11"/>
          <p:cNvSpPr/>
          <p:nvPr/>
        </p:nvSpPr>
        <p:spPr>
          <a:xfrm>
            <a:off x="6602752" y="2107692"/>
            <a:ext cx="5311880" cy="108051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月均新装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1.82万户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−15.3%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；新建小区覆盖率仅62%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 flipV="1">
            <a:off x="2623805" y="2647950"/>
            <a:ext cx="457200" cy="1217676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145552" y="2647950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3081005" y="3325368"/>
            <a:ext cx="3064546" cy="1080516"/>
          </a:xfrm>
          <a:prstGeom prst="rect">
            <a:avLst/>
          </a:prstGeom>
          <a:solidFill>
            <a:srgbClr val="FBE9E9"/>
          </a:solidFill>
          <a:ln w="9525">
            <a:solidFill>
              <a:srgbClr val="C00000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拆机上升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endParaRPr sz="1300"/>
          </a:p>
        </p:txBody>
      </p:sp>
      <p:sp>
        <p:nvSpPr>
          <p:cNvPr id="16" name="Rectangle 15"/>
          <p:cNvSpPr/>
          <p:nvPr/>
        </p:nvSpPr>
        <p:spPr>
          <a:xfrm>
            <a:off x="6602752" y="3325368"/>
            <a:ext cx="5311880" cy="108051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月均拆机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1.64万户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+18.8%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；合约到期用户拆机占58%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2623805" y="3865626"/>
            <a:ext cx="457200" cy="0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145552" y="3865626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3081005" y="4543044"/>
            <a:ext cx="3064546" cy="10805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住户基数扩大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−0.2pp</a:t>
            </a:r>
            <a:endParaRPr sz="1300"/>
          </a:p>
        </p:txBody>
      </p:sp>
      <p:sp>
        <p:nvSpPr>
          <p:cNvPr id="20" name="Rectangle 19"/>
          <p:cNvSpPr/>
          <p:nvPr/>
        </p:nvSpPr>
        <p:spPr>
          <a:xfrm>
            <a:off x="6602752" y="4543044"/>
            <a:ext cx="5311880" cy="108051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新增住户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3.6万户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，主要集中在C区、E县新建小区，资源覆盖滞后</a:t>
            </a:r>
            <a:endParaRPr sz="1200"/>
          </a:p>
        </p:txBody>
      </p:sp>
      <p:cxnSp>
        <p:nvCxnSpPr>
          <p:cNvPr id="21" name="Connector 20"/>
          <p:cNvCxnSpPr/>
          <p:nvPr/>
        </p:nvCxnSpPr>
        <p:spPr>
          <a:xfrm>
            <a:off x="2623805" y="3865626"/>
            <a:ext cx="457200" cy="1217676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6145552" y="5083302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数据来源：宽带运营系统（示例数据）；渗透率=宽带在网用户/住户数，归因按因素分解法测算</a:t>
            </a:r>
            <a:endParaRPr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三、下一步举措：保存量、补短板、促追赶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围绕「保存量、补短板、促追赶」三条主线并强化保障，力争年底完成率达100%、渗透率止跌回升至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41.5%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11640312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64031"/>
                <a:gridCol w="4444483"/>
                <a:gridCol w="2962989"/>
                <a:gridCol w="1798957"/>
                <a:gridCol w="1269852"/>
              </a:tblGrid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关键举措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量化目标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牵头部门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完成时间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保存量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合约到期用户提前90天续约；装维质量专项整治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月均拆机降至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1.40万户</a:t>
                      </a: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以下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市场部、网络部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补短板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C区、E县新建小区资源覆盖攻坚，同步驻点营销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新建小区覆盖率提升至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85%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网络部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促追赶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E县、F县「一县一策」，A区存量经营经验复制推广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两县完成率追平时序进度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市场部、各区县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强保障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周通报、月复盘；四季度激励向存量维系倾斜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收入月均达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4.74亿元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综合部、财务部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持续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5079492"/>
            <a:ext cx="1164031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推进节奏</a:t>
            </a:r>
            <a:endParaRPr sz="1500"/>
          </a:p>
        </p:txBody>
      </p:sp>
      <p:sp>
        <p:nvSpPr>
          <p:cNvPr id="8" name="Pentagon 7"/>
          <p:cNvSpPr/>
          <p:nvPr/>
        </p:nvSpPr>
        <p:spPr>
          <a:xfrm>
            <a:off x="274320" y="5536692"/>
            <a:ext cx="3913784" cy="566928"/>
          </a:xfrm>
          <a:prstGeom prst="homePlate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10月：方案部署、目标分解到区县</a:t>
            </a:r>
            <a:endParaRPr sz="1400"/>
          </a:p>
        </p:txBody>
      </p:sp>
      <p:sp>
        <p:nvSpPr>
          <p:cNvPr id="9" name="Chevron 8"/>
          <p:cNvSpPr/>
          <p:nvPr/>
        </p:nvSpPr>
        <p:spPr>
          <a:xfrm>
            <a:off x="4044544" y="5536692"/>
            <a:ext cx="4099865" cy="566928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11月：存量维系与覆盖攻坚冲刺</a:t>
            </a:r>
            <a:endParaRPr sz="1400"/>
          </a:p>
        </p:txBody>
      </p:sp>
      <p:sp>
        <p:nvSpPr>
          <p:cNvPr id="10" name="Chevron 9"/>
          <p:cNvSpPr/>
          <p:nvPr/>
        </p:nvSpPr>
        <p:spPr>
          <a:xfrm>
            <a:off x="8000848" y="5536692"/>
            <a:ext cx="3913784" cy="566928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12月：收官冲刺、全年复盘</a:t>
            </a:r>
            <a:endParaRPr sz="1400"/>
          </a:p>
        </p:txBody>
      </p:sp>
      <p:sp>
        <p:nvSpPr>
          <p:cNvPr id="11" name="TextBox 1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注：目标值为示例，需与年度预算口径对齐后确认</a:t>
            </a:r>
            <a:endParaRPr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rcRect t="45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81.xml><?xml version="1.0" encoding="utf-8"?>
<p:tagLst xmlns:p="http://schemas.openxmlformats.org/presentationml/2006/main">
  <p:tag name="COMMONDATA" val="eyJoZGlkIjoiYTU2MDNhYzdlZWEzMGRjZTlhYjAzNTlhZWY2MzEzYj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表格</Application>
  <PresentationFormat>宽屏</PresentationFormat>
  <Paragraphs>52</Paragraphs>
  <Slides>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Wingdings</vt:lpstr>
      <vt:lpstr>Times New Roman</vt:lpstr>
      <vt:lpstr>Arial Unicode MS</vt:lpstr>
      <vt:lpstr>Helvetica</vt:lpstr>
      <vt:lpstr>汉仪大黑简</vt:lpstr>
      <vt:lpstr>Calibri</vt:lpstr>
      <vt:lpstr>微软雅黑</vt:lpstr>
      <vt:lpstr>汉仪旗黑</vt:lpstr>
      <vt:lpstr>汉仪书宋二KW</vt:lpstr>
      <vt:lpstr>Helvetica Neue</vt:lpstr>
      <vt:lpstr>宋体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Ryan</cp:lastModifiedBy>
  <cp:revision>250</cp:revision>
  <dcterms:created xsi:type="dcterms:W3CDTF">2026-06-18T00:46:13Z</dcterms:created>
  <dcterms:modified xsi:type="dcterms:W3CDTF">2026-06-18T00:46:13Z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E798FB432A994D6093629A526C2B1498</vt:lpwstr>
  </property>
</Properties>
</file>