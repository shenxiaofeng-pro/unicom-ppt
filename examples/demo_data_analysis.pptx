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81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9"/>
    <p:sldId id="257" r:id="rId10"/>
    <p:sldId id="258" r:id="rId8"/>
    <p:sldId id="259" r:id="rId7"/>
    <p:sldId id="260" r:id="rId6"/>
    <p:sldId id="261" r:id="rId4"/>
    <p:sldId id="262" r:id="rId3"/>
    <p:sldId id="263" r:id="rId16"/>
    <p:sldId id="264" r:id="rId17"/>
    <p:sldId id="265" r:id="rId18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42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jf" initials="M" lastIdx="1" clrIdx="0"/>
  <p:cmAuthor id="757" name="未知用户381" initials="未" lastIdx="1" clrIdx="0"/>
  <p:cmAuthor id="1" name="qiu zixuan" initials="qz" lastIdx="1" clrIdx="0"/>
  <p:cmAuthor id="758" name="未知用户382" initials="未" lastIdx="1" clrIdx="0"/>
  <p:cmAuthor id="2" name="EDZ" initials="E" lastIdx="1" clrIdx="1"/>
  <p:cmAuthor id="759" name="未知用户383" initials="未" lastIdx="1" clrIdx="0"/>
  <p:cmAuthor id="3" name="Pei Chang(联通集团信息化事业部)" initials="PC" lastIdx="0" clrIdx="2"/>
  <p:cmAuthor id="760" name="未知用户384" initials="未" lastIdx="1" clrIdx="0"/>
  <p:cmAuthor id="4" name="Xing Zhang" initials="XZ" lastIdx="1" clrIdx="3"/>
  <p:cmAuthor id="761" name="未知用户294" initials="未" lastIdx="8" clrIdx="0"/>
  <p:cmAuthor id="5" name="Jet 张" initials="J张" lastIdx="1" clrIdx="3"/>
  <p:cmAuthor id="762" name="未知用户385" initials="未" lastIdx="2" clrIdx="0"/>
  <p:cmAuthor id="6" name="Administrator" initials="A" lastIdx="1" clrIdx="5"/>
  <p:cmAuthor id="763" name="未知用户386" initials="未" lastIdx="1" clrIdx="1"/>
  <p:cmAuthor id="7" name="gd-zengxy10@outlook.com" initials="g" lastIdx="1" clrIdx="6"/>
  <p:cmAuthor id="764" name="未知用户429" initials="未" lastIdx="1" clrIdx="0"/>
  <p:cmAuthor id="8" name="AW" initials="A" lastIdx="1" clrIdx="7"/>
  <p:cmAuthor id="9" name="lixr110" initials="l" lastIdx="1" clrIdx="8"/>
  <p:cmAuthor id="766" name="未知用户430" initials="未" lastIdx="2" clrIdx="0"/>
  <p:cmAuthor id="10" name="unicom" initials="u" lastIdx="1" clrIdx="9"/>
  <p:cmAuthor id="767" name="未知用户389" initials="未" lastIdx="1" clrIdx="0"/>
  <p:cmAuthor id="11" name="A4512" initials="A" lastIdx="1" clrIdx="10"/>
  <p:cmAuthor id="768" name="未知用户350" initials="未" lastIdx="1" clrIdx="0"/>
  <p:cmAuthor id="12" name="郭俊明" initials="WU" lastIdx="1" clrIdx="11"/>
  <p:cmAuthor id="769" name="未知用户431" initials="未" lastIdx="1" clrIdx="0"/>
  <p:cmAuthor id="13" name="chen trista" initials="ct" lastIdx="1" clrIdx="12"/>
  <p:cmAuthor id="770" name="未知用户351" initials="未" lastIdx="8" clrIdx="0"/>
  <p:cmAuthor id="14" name="李岩（IT）" initials="李" lastIdx="2" clrIdx="13"/>
  <p:cmAuthor id="771" name="未知用户432" initials="未" lastIdx="1" clrIdx="0"/>
  <p:cmAuthor id="15" name="changwei" initials="c" lastIdx="3" clrIdx="14"/>
  <p:cmAuthor id="772" name="未知用户392" initials="未" lastIdx="1" clrIdx="0"/>
  <p:cmAuthor id="16" name="周辉" initials="周" lastIdx="1" clrIdx="15"/>
  <p:cmAuthor id="773" name="未知用户433" initials="未" lastIdx="1" clrIdx="0"/>
  <p:cmAuthor id="17" name="ccb" initials="c" lastIdx="1" clrIdx="0"/>
  <p:cmAuthor id="774" name="未知用户434" initials="未" lastIdx="1" clrIdx="0"/>
  <p:cmAuthor id="18" name="sx_xuzx" initials="s" lastIdx="26" clrIdx="17"/>
  <p:cmAuthor id="775" name="未知用户393" initials="未" lastIdx="11" clrIdx="0"/>
  <p:cmAuthor id="19" name="tplife" initials="t" lastIdx="2" clrIdx="0"/>
  <p:cmAuthor id="776" name="未知用户435" initials="未" lastIdx="7" clrIdx="1"/>
  <p:cmAuthor id="20" name="孟 昕" initials="孟" lastIdx="1" clrIdx="18"/>
  <p:cmAuthor id="777" name="未知用户356" initials="未" lastIdx="1" clrIdx="2"/>
  <p:cmAuthor id="21" name="admin" initials="a" lastIdx="4" clrIdx="20"/>
  <p:cmAuthor id="778" name="未知用户436" initials="未" lastIdx="1" clrIdx="0"/>
  <p:cmAuthor id="22" name="Redeker, Yolanda" initials="R" lastIdx="9" clrIdx="1"/>
  <p:cmAuthor id="1411827" name="黄晓平" initials="黄" lastIdx="0" clrIdx="0"/>
  <p:cmAuthor id="779" name="未知用户396" initials="未" lastIdx="1" clrIdx="0"/>
  <p:cmAuthor id="23" name="zhangxy833" initials="z" lastIdx="1" clrIdx="22"/>
  <p:cmAuthor id="1411828" name="徐琳00159163" initials="徐琳00159163" lastIdx="1" clrIdx="37"/>
  <p:cmAuthor id="780" name="未知用户437" initials="未" lastIdx="1" clrIdx="1"/>
  <p:cmAuthor id="24" name="suochuqiao" initials="s" lastIdx="1" clrIdx="23"/>
  <p:cmAuthor id="1411829" name="任涛10036216" initials="任涛10036216" lastIdx="1" clrIdx="41"/>
  <p:cmAuthor id="781" name="未知用户397" initials="未" lastIdx="1" clrIdx="0"/>
  <p:cmAuthor id="25" name="Tao, Sherry Sitong" initials="T" lastIdx="1" clrIdx="14"/>
  <p:cmAuthor id="782" name="未知用户419" initials="未" lastIdx="1" clrIdx="0"/>
  <p:cmAuthor id="26" name="Xin Wang (IB)" initials="X" lastIdx="7" clrIdx="0"/>
  <p:cmAuthor id="783" name="未知用户399" initials="未" lastIdx="2" clrIdx="0"/>
  <p:cmAuthor id="191251535" name="沈霄雷" initials="沈" lastIdx="833089" clrIdx="0"/>
  <p:cmAuthor id="784" name="未知用户438" initials="未" lastIdx="7" clrIdx="1"/>
  <p:cmAuthor id="27" name="hj" initials="h" lastIdx="2" clrIdx="2"/>
  <p:cmAuthor id="191251536" name="张钰" initials="张" lastIdx="1" clrIdx="25"/>
  <p:cmAuthor id="785" name="未知用户401" initials="未" lastIdx="43" clrIdx="1"/>
  <p:cmAuthor id="28" name="IKKI" initials="I" lastIdx="1" clrIdx="0"/>
  <p:cmAuthor id="191251537" name="韩国鹏" initials="A" lastIdx="1" clrIdx="25"/>
  <p:cmAuthor id="786" name="未知用户402" initials="未" lastIdx="1" clrIdx="0"/>
  <p:cmAuthor id="29" name="於宝泉" initials="於" lastIdx="0" clrIdx="2"/>
  <p:cmAuthor id="191251538" name="y x" initials="yx" lastIdx="1" clrIdx="34"/>
  <p:cmAuthor id="787" name="未知用户403" initials="未" lastIdx="1" clrIdx="0"/>
  <p:cmAuthor id="30" name="CAOH16" initials="C" lastIdx="1" clrIdx="29"/>
  <p:cmAuthor id="191251539" name="席琛" initials="" lastIdx="0" clrIdx="58"/>
  <p:cmAuthor id="788" name="未知用户327" initials="未" lastIdx="1" clrIdx="0"/>
  <p:cmAuthor id="31" name="limy709" initials="l" lastIdx="1" clrIdx="30"/>
  <p:cmAuthor id="191251540" name="韩剑侠" initials="P" lastIdx="1" clrIdx="41"/>
  <p:cmAuthor id="789" name="未知用户404" initials="未" lastIdx="1" clrIdx="0"/>
  <p:cmAuthor id="32" name="10033224" initials="1" lastIdx="1" clrIdx="31"/>
  <p:cmAuthor id="33" name="屈克" initials="屈" lastIdx="1" clrIdx="32"/>
  <p:cmAuthor id="790" name="未知用户405" initials="未" lastIdx="1" clrIdx="0"/>
  <p:cmAuthor id="34" name="马媛" initials="马" lastIdx="1" clrIdx="33"/>
  <p:cmAuthor id="791" name="未知用户439" initials="未" lastIdx="2" clrIdx="0"/>
  <p:cmAuthor id="35" name="Lenovo" initials="L" lastIdx="16" clrIdx="35"/>
  <p:cmAuthor id="792" name="未知用户406" initials="未" lastIdx="0" clrIdx="0"/>
  <p:cmAuthor id="475196944" name="姚琳" initials="姚" lastIdx="1133934" clrIdx="0"/>
  <p:cmAuthor id="36" name="86186" initials="8" lastIdx="2" clrIdx="35"/>
  <p:cmAuthor id="793" name="未知用户440" initials="未" lastIdx="1" clrIdx="0"/>
  <p:cmAuthor id="475196945" name="chen" initials="c" lastIdx="1" clrIdx="2"/>
  <p:cmAuthor id="37" name="黄珂10009187" initials="黄珂10009187" lastIdx="1" clrIdx="37"/>
  <p:cmAuthor id="794" name="未知用户441" initials="未" lastIdx="1" clrIdx="0"/>
  <p:cmAuthor id="38" name="Gao" initials="G" lastIdx="1" clrIdx="37"/>
  <p:cmAuthor id="795" name="未知用户442" initials="未" lastIdx="1" clrIdx="0"/>
  <p:cmAuthor id="39" name="10206899" initials="1" lastIdx="1" clrIdx="38"/>
  <p:cmAuthor id="796" name="未知用户409" initials="未" lastIdx="2" clrIdx="2"/>
  <p:cmAuthor id="40" name="10133177" initials="1" lastIdx="1" clrIdx="39"/>
  <p:cmAuthor id="797" name="未知用户443" initials="未" lastIdx="1" clrIdx="0"/>
  <p:cmAuthor id="41" name="10072453" initials="1" lastIdx="1" clrIdx="40"/>
  <p:cmAuthor id="798" name="未知用户411" initials="未" lastIdx="3" clrIdx="1"/>
  <p:cmAuthor id="42" name="未知的使用者77" initials="" lastIdx="1" clrIdx="0"/>
  <p:cmAuthor id="799" name="未知用户444" initials="未" lastIdx="6" clrIdx="0"/>
  <p:cmAuthor id="43" name="未知的使用者92" initials="" lastIdx="1" clrIdx="0"/>
  <p:cmAuthor id="800" name="未知用户413" initials="未" lastIdx="1" clrIdx="1"/>
  <p:cmAuthor id="44" name="未知的使用者78" initials="" lastIdx="5" clrIdx="1"/>
  <p:cmAuthor id="801" name="未知用户445" initials="未" lastIdx="1" clrIdx="0"/>
  <p:cmAuthor id="45" name="10285602" initials="1" lastIdx="1" clrIdx="44"/>
  <p:cmAuthor id="802" name="未知用户446" initials="未" lastIdx="1" clrIdx="0"/>
  <p:cmAuthor id="46" name="未知的使用者79" initials="" lastIdx="0" clrIdx="1"/>
  <p:cmAuthor id="803" name="未知用户447" initials="未" lastIdx="1" clrIdx="0"/>
  <p:cmAuthor id="47" name="未知用户107" initials="" lastIdx="1" clrIdx="0"/>
  <p:cmAuthor id="804" name="未知用户448" initials="未" lastIdx="1" clrIdx="0"/>
  <p:cmAuthor id="48" name="未知的使用者80" initials="" lastIdx="0" clrIdx="0"/>
  <p:cmAuthor id="805" name="未知用户333" initials="未" lastIdx="1" clrIdx="0"/>
  <p:cmAuthor id="49" name="未知用户51" initials="" lastIdx="1" clrIdx="1"/>
  <p:cmAuthor id="806" name="未知用户417" initials="未" lastIdx="1" clrIdx="0"/>
  <p:cmAuthor id="50" name="未知的使用者82" initials="" lastIdx="1" clrIdx="0"/>
  <p:cmAuthor id="807" name="未知用户449" initials="未" lastIdx="1" clrIdx="0"/>
  <p:cmAuthor id="51" name="MLOONG" initials="M" lastIdx="1" clrIdx="0"/>
  <p:cmAuthor id="808" name="未知用户418" initials="未" lastIdx="1" clrIdx="0"/>
  <p:cmAuthor id="52" name="未知的使用者83" initials="" lastIdx="1" clrIdx="0"/>
  <p:cmAuthor id="809" name="未知用户450" initials="未" lastIdx="6" clrIdx="0"/>
  <p:cmAuthor id="53" name="未知的使用者118" initials="" lastIdx="1" clrIdx="0"/>
  <p:cmAuthor id="810" name="未知用户423" initials="未" lastIdx="0" clrIdx="0"/>
  <p:cmAuthor id="54" name="未知的使用者84" initials="" lastIdx="1" clrIdx="1"/>
  <p:cmAuthor id="811" name="未知用户424" initials="未" lastIdx="5" clrIdx="0"/>
  <p:cmAuthor id="55" name="未知的使用者70" initials="" lastIdx="1" clrIdx="0"/>
  <p:cmAuthor id="812" name="未知用户425" initials="未" lastIdx="3" clrIdx="1"/>
  <p:cmAuthor id="56" name="未知的使用者85" initials="" lastIdx="1" clrIdx="0"/>
  <p:cmAuthor id="813" name="未知用户451" initials="未" lastIdx="1" clrIdx="0"/>
  <p:cmAuthor id="57" name="未知的使用者40" initials="" lastIdx="1" clrIdx="0"/>
  <p:cmAuthor id="814" name="未知用户452" initials="未" lastIdx="1" clrIdx="0"/>
  <p:cmAuthor id="58" name="未知的使用者87" initials="" lastIdx="1" clrIdx="0"/>
  <p:cmAuthor id="815" name="未知用户453" initials="未" lastIdx="1" clrIdx="0"/>
  <p:cmAuthor id="59" name="曾红" initials="" lastIdx="0" clrIdx="0"/>
  <p:cmAuthor id="816" name="未知用户454" initials="未" lastIdx="1" clrIdx="2"/>
  <p:cmAuthor id="60" name="未知的使用者90" initials="" lastIdx="8" clrIdx="0"/>
  <p:cmAuthor id="817" name="未知用户455" initials="未" lastIdx="1" clrIdx="0"/>
  <p:cmAuthor id="61" name="未知的使用者29" initials="" lastIdx="1" clrIdx="0"/>
  <p:cmAuthor id="818" name="未知用户456" initials="未" lastIdx="2" clrIdx="0"/>
  <p:cmAuthor id="62" name="未知的使用者91" initials="" lastIdx="1" clrIdx="0"/>
  <p:cmAuthor id="819" name="未知用户457" initials="未" lastIdx="10" clrIdx="0"/>
  <p:cmAuthor id="63" name="未知的使用者98" initials="" lastIdx="1" clrIdx="0"/>
  <p:cmAuthor id="820" name="未知用户458" initials="未" lastIdx="1" clrIdx="0"/>
  <p:cmAuthor id="64" name="CHRISYU" initials="" lastIdx="1" clrIdx="0"/>
  <p:cmAuthor id="821" name="風輕 雲淡" initials="風輕" lastIdx="1" clrIdx="511"/>
  <p:cmAuthor id="65" name="未知的使用者113" initials="" lastIdx="1" clrIdx="2"/>
  <p:cmAuthor id="822" name="liu yuhang" initials="ly" lastIdx="18" clrIdx="545"/>
  <p:cmAuthor id="66" name="liucunri" initials="" lastIdx="1" clrIdx="0"/>
  <p:cmAuthor id="67" name="未知用户9" initials="" lastIdx="1" clrIdx="0"/>
  <p:cmAuthor id="68" name="Unknown User48" initials="" lastIdx="8" clrIdx="0"/>
  <p:cmAuthor id="69" name="未知用户103" initials="" lastIdx="1" clrIdx="0"/>
  <p:cmAuthor id="70" name="Unknown User52" initials="" lastIdx="1" clrIdx="0"/>
  <p:cmAuthor id="71" name="未知的使用者42" initials="" lastIdx="1" clrIdx="0"/>
  <p:cmAuthor id="72" name="Unknown User50" initials="" lastIdx="1" clrIdx="0"/>
  <p:cmAuthor id="73" name="未知的使用者120" initials="" lastIdx="1" clrIdx="0"/>
  <p:cmAuthor id="74" name="px" initials="" lastIdx="3" clrIdx="1"/>
  <p:cmAuthor id="75" name="作者" initials="A" lastIdx="0" clrIdx="24"/>
  <p:cmAuthor id="76" name="康孟海" initials="kangmh6" lastIdx="1" clrIdx="34"/>
  <p:cmAuthor id="77" name="zheng zheng" initials="zz" lastIdx="1" clrIdx="26"/>
  <p:cmAuthor id="78" name="Lina Hang(联通上海市上海市分公司)" initials="LH" lastIdx="2" clrIdx="27"/>
  <p:cmAuthor id="79" name="微软用户" initials="" lastIdx="1" clrIdx="0"/>
  <p:cmAuthor id="80" name="未知的使用者73" initials="" lastIdx="1" clrIdx="0"/>
  <p:cmAuthor id="81" name="未知的使用者24" initials="" lastIdx="8" clrIdx="0"/>
  <p:cmAuthor id="82" name="未知用户16" initials="" lastIdx="1" clrIdx="0"/>
  <p:cmAuthor id="83" name="Mary Feil-Jacobs" initials="" lastIdx="43" clrIdx="1"/>
  <p:cmAuthor id="84" name="LiuHui" initials="" lastIdx="1" clrIdx="0"/>
  <p:cmAuthor id="85" name="未知的使用者45" initials="" lastIdx="1" clrIdx="0"/>
  <p:cmAuthor id="86" name="王鹏凯" initials="" lastIdx="1" clrIdx="0"/>
  <p:cmAuthor id="87" name="未知用户104" initials="" lastIdx="1" clrIdx="0"/>
  <p:cmAuthor id="88" name="未知用户5" initials="" lastIdx="1" clrIdx="0"/>
  <p:cmAuthor id="89" name="未知的使用者10" initials="" lastIdx="3" clrIdx="1"/>
  <p:cmAuthor id="90" name="未知的使用者93" initials="" lastIdx="1" clrIdx="1"/>
  <p:cmAuthor id="91" name="范作霖" initials="范" lastIdx="1" clrIdx="22"/>
  <p:cmAuthor id="92" name="LeeElva" initials="" lastIdx="1" clrIdx="0"/>
  <p:cmAuthor id="93" name="未知用户99" initials="" lastIdx="1" clrIdx="2"/>
  <p:cmAuthor id="94" name="未知的使用者34" initials="" lastIdx="1" clrIdx="0"/>
  <p:cmAuthor id="95" name="未知的使用者115" initials="" lastIdx="1" clrIdx="1"/>
  <p:cmAuthor id="96" name="未知用户57" initials="" lastIdx="1" clrIdx="0"/>
  <p:cmAuthor id="97" name="lianghb" initials="" lastIdx="19" clrIdx="0"/>
  <p:cmAuthor id="98" name="未知用户17" initials="" lastIdx="0" clrIdx="1"/>
  <p:cmAuthor id="99" name="Deanna Schuler (Bookey Consulting)" initials="" lastIdx="2" clrIdx="0"/>
  <p:cmAuthor id="100" name="未知的使用者57" initials="" lastIdx="1" clrIdx="0"/>
  <p:cmAuthor id="101" name="未知的使用者16" initials="" lastIdx="6" clrIdx="0"/>
  <p:cmAuthor id="102" name="未知的使用者35" initials="" lastIdx="1" clrIdx="0"/>
  <p:cmAuthor id="103" name="未知用户102" initials="" lastIdx="1" clrIdx="1"/>
  <p:cmAuthor id="104" name="maxine" initials="" lastIdx="0" clrIdx="0"/>
  <p:cmAuthor id="105" name="未知的使用者121" initials="" lastIdx="1" clrIdx="1"/>
  <p:cmAuthor id="106" name="未知的使用者12" initials="" lastIdx="1" clrIdx="0"/>
  <p:cmAuthor id="107" name="周元元" initials="" lastIdx="5" clrIdx="0"/>
  <p:cmAuthor id="108" name="未知的使用者27" initials="" lastIdx="8" clrIdx="0"/>
  <p:cmAuthor id="109" name="刘豹" initials="刘" lastIdx="0" clrIdx="0"/>
  <p:cmAuthor id="110" name="未知的使用者30" initials="" lastIdx="8" clrIdx="0"/>
  <p:cmAuthor id="111" name="未知的使用者53" initials="" lastIdx="1" clrIdx="0"/>
  <p:cmAuthor id="112" name="未知用户58" initials="" lastIdx="5" clrIdx="1"/>
  <p:cmAuthor id="113" name="未知的使用者25" initials="" lastIdx="1" clrIdx="0"/>
  <p:cmAuthor id="114" name="liupeng" initials="" lastIdx="1" clrIdx="1"/>
  <p:cmAuthor id="115" name="未知用户24" initials="" lastIdx="1" clrIdx="0"/>
  <p:cmAuthor id="116" name="AbuSina" initials="" lastIdx="2" clrIdx="0"/>
  <p:cmAuthor id="117" name="hl sun" initials="" lastIdx="1" clrIdx="0"/>
  <p:cmAuthor id="118" name="未知的使用者94" initials="" lastIdx="1" clrIdx="2"/>
  <p:cmAuthor id="119" name="未知用户66" initials="" lastIdx="1" clrIdx="0"/>
  <p:cmAuthor id="120" name="郑汝鸿" initials="郑" lastIdx="2" clrIdx="0"/>
  <p:cmAuthor id="121" name="未知用户19" initials="" lastIdx="1" clrIdx="0"/>
  <p:cmAuthor id="122" name="周宏達JerryChou" initials="" lastIdx="6" clrIdx="2"/>
  <p:cmAuthor id="123" name="邢辰凤" initials="邢" lastIdx="45" clrIdx="7"/>
  <p:cmAuthor id="124" name="未知用户7" initials="" lastIdx="1" clrIdx="0"/>
  <p:cmAuthor id="125" name="未知的使用者56" initials="" lastIdx="1" clrIdx="0"/>
  <p:cmAuthor id="126" name="未知用户46" initials="未" lastIdx="1" clrIdx="1"/>
  <p:cmAuthor id="127" name="未知的使用者119" initials="" lastIdx="1" clrIdx="2"/>
  <p:cmAuthor id="128" name="未知用户59" initials="" lastIdx="0" clrIdx="1"/>
  <p:cmAuthor id="129" name="未知的使用者22" initials="" lastIdx="8" clrIdx="0"/>
  <p:cmAuthor id="130" name="未知的使用者103" initials="" lastIdx="8" clrIdx="0"/>
  <p:cmAuthor id="131" name="Wenwen" initials="" lastIdx="1" clrIdx="1"/>
  <p:cmAuthor id="132" name="未知的使用者117" initials="" lastIdx="1" clrIdx="0"/>
  <p:cmAuthor id="133" name="未知的使用者33" initials="" lastIdx="1" clrIdx="0"/>
  <p:cmAuthor id="134" name="未知的使用者28" initials="" lastIdx="1" clrIdx="0"/>
  <p:cmAuthor id="135" name="未知用户67" initials="" lastIdx="1" clrIdx="0"/>
  <p:cmAuthor id="136" name="未知用户114" initials="" lastIdx="1" clrIdx="0"/>
  <p:cmAuthor id="137" name="未知用户18" initials="" lastIdx="10" clrIdx="0"/>
  <p:cmAuthor id="138" name="未知的使用者67" initials="" lastIdx="1" clrIdx="0"/>
  <p:cmAuthor id="139" name="未知的使用者46" initials="" lastIdx="1" clrIdx="1"/>
  <p:cmAuthor id="140" name="未知的使用者26" initials="" lastIdx="1" clrIdx="0"/>
  <p:cmAuthor id="141" name="未知的使用者43" initials="" lastIdx="1" clrIdx="0"/>
  <p:cmAuthor id="142" name="未知的使用者9" initials="" lastIdx="1" clrIdx="0"/>
  <p:cmAuthor id="143" name="未知用户62" initials="" lastIdx="1" clrIdx="1"/>
  <p:cmAuthor id="353158055" name="韩雨" initials="韩" lastIdx="0" clrIdx="0"/>
  <p:cmAuthor id="144" name="yuanzh" initials="" lastIdx="1" clrIdx="1"/>
  <p:cmAuthor id="145" name="不明使用者57" initials="" lastIdx="1" clrIdx="0"/>
  <p:cmAuthor id="146" name="未知用户108" initials="" lastIdx="1" clrIdx="0"/>
  <p:cmAuthor id="147" name="未知的使用者110" initials="" lastIdx="1" clrIdx="0"/>
  <p:cmAuthor id="148" name="linyd" initials="" lastIdx="3" clrIdx="1"/>
  <p:cmAuthor id="149" name="未知用户8" initials="" lastIdx="1" clrIdx="0"/>
  <p:cmAuthor id="150" name="未知的使用者31" initials="" lastIdx="1" clrIdx="0"/>
  <p:cmAuthor id="151" name="未知用户81" initials="" lastIdx="1" clrIdx="0"/>
  <p:cmAuthor id="152" name="未知用户115" initials="" lastIdx="1" clrIdx="0"/>
  <p:cmAuthor id="153" name="未知用户21" initials="" lastIdx="1" clrIdx="0"/>
  <p:cmAuthor id="154" name="未知的使用者68" initials="" lastIdx="1" clrIdx="0"/>
  <p:cmAuthor id="155" name="mm" initials="" lastIdx="1" clrIdx="0"/>
  <p:cmAuthor id="156" name="未知用户15" initials="" lastIdx="1" clrIdx="0"/>
  <p:cmAuthor id="157" name="朱晓瑜" initials="" lastIdx="54" clrIdx="0"/>
  <p:cmAuthor id="158" name="不明使用者20" initials="" lastIdx="1" clrIdx="0"/>
  <p:cmAuthor id="159" name="未知用户82" initials="" lastIdx="1" clrIdx="0"/>
  <p:cmAuthor id="160" name="未知的使用者7" initials="" lastIdx="2" clrIdx="0"/>
  <p:cmAuthor id="161" name="未知用户6" initials="" lastIdx="8" clrIdx="0"/>
  <p:cmAuthor id="162" name="未知的使用者55" initials="" lastIdx="1" clrIdx="0"/>
  <p:cmAuthor id="163" name="未知的使用者111" initials="" lastIdx="1" clrIdx="0"/>
  <p:cmAuthor id="164" name="未知的使用者50" initials="" lastIdx="1" clrIdx="0"/>
  <p:cmAuthor id="165" name="未知的使用者11" initials="" lastIdx="1" clrIdx="0"/>
  <p:cmAuthor id="166" name="未知用户47" initials="" lastIdx="6" clrIdx="0"/>
  <p:cmAuthor id="167" name="未知用户106" initials="未" lastIdx="1" clrIdx="0"/>
  <p:cmAuthor id="168" name="未知用户116" initials="" lastIdx="1" clrIdx="1"/>
  <p:cmAuthor id="169" name="未知的使用者150" initials="未" lastIdx="1" clrIdx="0"/>
  <p:cmAuthor id="170" name="未知的使用者69" initials="" lastIdx="1" clrIdx="1"/>
  <p:cmAuthor id="171" name="未知的使用者112" initials="" lastIdx="1" clrIdx="1"/>
  <p:cmAuthor id="146566726" name="高飞" initials="高" lastIdx="0" clrIdx="0"/>
  <p:cmAuthor id="146566727" name="xzb1" initials="x" lastIdx="1" clrIdx="1"/>
  <p:cmAuthor id="172" name="潘 晨" initials="潘" lastIdx="2" clrIdx="18"/>
  <p:cmAuthor id="173" name="Kevin Hu" initials="" lastIdx="1" clrIdx="0"/>
  <p:cmAuthor id="174" name="未知的使用者38" initials="" lastIdx="1" clrIdx="0"/>
  <p:cmAuthor id="175" name="唐可欣" initials="" lastIdx="1" clrIdx="0"/>
  <p:cmAuthor id="176" name="未知的使用者8" initials="" lastIdx="1" clrIdx="0"/>
  <p:cmAuthor id="177" name="不明使用者56" initials="" lastIdx="1" clrIdx="0"/>
  <p:cmAuthor id="178" name="P00035_jeremy" initials="" lastIdx="1" clrIdx="0"/>
  <p:cmAuthor id="179" name="Unknown User7" initials="" lastIdx="1" clrIdx="0"/>
  <p:cmAuthor id="180" name="muzi wei" initials="" lastIdx="1" clrIdx="0"/>
  <p:cmAuthor id="181" name="未知的使用者41" initials="" lastIdx="1" clrIdx="0"/>
  <p:cmAuthor id="182" name="未知的使用者13" initials="" lastIdx="1" clrIdx="0"/>
  <p:cmAuthor id="183" name="djj" initials="" lastIdx="2" clrIdx="0"/>
  <p:cmAuthor id="184" name="未知用户117" initials="" lastIdx="1" clrIdx="2"/>
  <p:cmAuthor id="186" name="未知用户13" initials="" lastIdx="1" clrIdx="0"/>
  <p:cmAuthor id="187" name="不明使用者21" initials="" lastIdx="1" clrIdx="0"/>
  <p:cmAuthor id="188" name="YUMINGNJ" initials="" lastIdx="3" clrIdx="0"/>
  <p:cmAuthor id="189" name="未知的使用者52" initials="" lastIdx="1" clrIdx="1"/>
  <p:cmAuthor id="190" name="未知用户109" initials="" lastIdx="1" clrIdx="1"/>
  <p:cmAuthor id="191" name="Unknown User117" initials="U" lastIdx="10" clrIdx="0"/>
  <p:cmAuthor id="192" name="thomas" initials="" lastIdx="1" clrIdx="49"/>
  <p:cmAuthor id="193" name="未知的使用者3" initials="" lastIdx="7" clrIdx="1"/>
  <p:cmAuthor id="194" name="未知用户14" initials="" lastIdx="1" clrIdx="0"/>
  <p:cmAuthor id="195" name="Unknown User65" initials="U" lastIdx="1" clrIdx="0"/>
  <p:cmAuthor id="196" name="未知用户98" initials="" lastIdx="1" clrIdx="2"/>
  <p:cmAuthor id="197" name="Windows 用户" initials="" lastIdx="1" clrIdx="0"/>
  <p:cmAuthor id="198" name="未知用户83" initials="" lastIdx="1" clrIdx="1"/>
  <p:cmAuthor id="199" name="未知用户61" initials="" lastIdx="8" clrIdx="0"/>
  <p:cmAuthor id="200" name="張秀娟" initials="" lastIdx="1" clrIdx="2"/>
  <p:cmAuthor id="201" name="Jason Wang" initials="" lastIdx="1" clrIdx="0"/>
  <p:cmAuthor id="202" name="不明使用者18" initials="" lastIdx="0" clrIdx="1"/>
  <p:cmAuthor id="203" name="未知用户28" initials="未" lastIdx="5" clrIdx="1"/>
  <p:cmAuthor id="204" name="未知的使用者72" initials="" lastIdx="1" clrIdx="0"/>
  <p:cmAuthor id="205" name="未知的使用者48" initials="" lastIdx="1" clrIdx="0"/>
  <p:cmAuthor id="206" name="未知的使用者104" initials="" lastIdx="1" clrIdx="0"/>
  <p:cmAuthor id="207" name="未知用户60" initials="" lastIdx="1" clrIdx="0"/>
  <p:cmAuthor id="208" name="未知的使用者39" initials="未" lastIdx="10" clrIdx="0"/>
  <p:cmAuthor id="209" name="Shawna Strickland" initials="" lastIdx="2" clrIdx="0"/>
  <p:cmAuthor id="210" name="未知的使用者36" initials="" lastIdx="3" clrIdx="1"/>
  <p:cmAuthor id="211" name="未知的使用者136" initials="未" lastIdx="1" clrIdx="0"/>
  <p:cmAuthor id="212" name="Daniel Wuu" initials="" lastIdx="1" clrIdx="0"/>
  <p:cmAuthor id="213" name="未知用户56" initials="" lastIdx="1" clrIdx="0"/>
  <p:cmAuthor id="214" name="未知的使用者14" initials="" lastIdx="2" clrIdx="0"/>
  <p:cmAuthor id="216" name="未知的使用者197" initials="未" lastIdx="8" clrIdx="0"/>
  <p:cmAuthor id="217" name="Ashley Eberenz" initials="" lastIdx="7" clrIdx="1"/>
  <p:cmAuthor id="218" name="不明使用者19" initials="" lastIdx="1" clrIdx="0"/>
  <p:cmAuthor id="219" name="qiantong" initials="" lastIdx="3" clrIdx="1"/>
  <p:cmAuthor id="220" name="未知的使用者74" initials="" lastIdx="1" clrIdx="0"/>
  <p:cmAuthor id="221" name="未知的使用者23" initials="" lastIdx="1" clrIdx="0"/>
  <p:cmAuthor id="222" name="未知的使用者1" initials="" lastIdx="8" clrIdx="0"/>
  <p:cmAuthor id="223" name="116304" initials="" lastIdx="1" clrIdx="1"/>
  <p:cmAuthor id="224" name="未知用户31" initials="未" lastIdx="1" clrIdx="1"/>
  <p:cmAuthor id="225" name="R affer" initials="" lastIdx="1" clrIdx="0"/>
  <p:cmAuthor id="226" name="qihua-DCMS" initials="" lastIdx="0" clrIdx="0"/>
  <p:cmAuthor id="227" name="未知用户55" initials="" lastIdx="1" clrIdx="0"/>
  <p:cmAuthor id="228" name="未知的使用者95" initials="" lastIdx="1" clrIdx="0"/>
  <p:cmAuthor id="230" name="未知的使用者32" initials="" lastIdx="1" clrIdx="0"/>
  <p:cmAuthor id="231" name="未知的使用者49" initials="" lastIdx="1" clrIdx="0"/>
  <p:cmAuthor id="232" name="Unknown User26" initials="U" lastIdx="1" clrIdx="1"/>
  <p:cmAuthor id="233" name="yuexuejun" initials="" lastIdx="3" clrIdx="0"/>
  <p:cmAuthor id="234" name="未知的使用者71" initials="" lastIdx="1" clrIdx="1"/>
  <p:cmAuthor id="235" name="未知的使用者105" initials="" lastIdx="1" clrIdx="0"/>
  <p:cmAuthor id="236" name="Unknown User70" initials="" lastIdx="1" clrIdx="0"/>
  <p:cmAuthor id="237" name="clinchen" initials="" lastIdx="0" clrIdx="1"/>
  <p:cmAuthor id="238" name="未知用户23" initials="" lastIdx="1" clrIdx="0"/>
  <p:cmAuthor id="239" name="hanjuncompany" initials="" lastIdx="1" clrIdx="0"/>
  <p:cmAuthor id="240" name="kathy chen" initials="" lastIdx="3" clrIdx="0"/>
  <p:cmAuthor id="241" name="未知的使用者63" initials="" lastIdx="1" clrIdx="0"/>
  <p:cmAuthor id="242" name="未知的使用者64" initials="" lastIdx="3" clrIdx="1"/>
  <p:cmAuthor id="243" name="未知的使用者47" initials="" lastIdx="1" clrIdx="0"/>
  <p:cmAuthor id="244" name="未知的使用者60" initials="" lastIdx="8" clrIdx="0"/>
  <p:cmAuthor id="245" name="未知的使用者59" initials="" lastIdx="1" clrIdx="0"/>
  <p:cmAuthor id="246" name="未知的使用者54" initials="" lastIdx="1" clrIdx="0"/>
  <p:cmAuthor id="247" name="未知的使用者66" initials="" lastIdx="8" clrIdx="0"/>
  <p:cmAuthor id="248" name="未知的使用者65" initials="" lastIdx="1" clrIdx="0"/>
  <p:cmAuthor id="249" name="未知的使用者106" initials="" lastIdx="3" clrIdx="1"/>
  <p:cmAuthor id="250" name="未知的使用者107" initials="" lastIdx="1" clrIdx="1"/>
  <p:cmAuthor id="251" name="未知的使用者108" initials="" lastIdx="1" clrIdx="0"/>
  <p:cmAuthor id="252" name="未知的使用者86" initials="" lastIdx="1" clrIdx="0"/>
  <p:cmAuthor id="253" name="未知的使用者116" initials="" lastIdx="1" clrIdx="1"/>
  <p:cmAuthor id="254" name="未知的使用者44" initials="" lastIdx="1" clrIdx="0"/>
  <p:cmAuthor id="255" name="未知的使用者37" initials="" lastIdx="1" clrIdx="0"/>
  <p:cmAuthor id="256" name="未知的使用者126" initials="" lastIdx="1" clrIdx="0"/>
  <p:cmAuthor id="257" name="未知的使用者127" initials="" lastIdx="3" clrIdx="1"/>
  <p:cmAuthor id="258" name="未知的使用者128" initials="" lastIdx="1" clrIdx="1"/>
  <p:cmAuthor id="259" name="未知的使用者124" initials="" lastIdx="1" clrIdx="0"/>
  <p:cmAuthor id="260" name="未知的使用者125" initials="" lastIdx="1" clrIdx="0"/>
  <p:cmAuthor id="261" name="Sara Chen" initials="" lastIdx="1" clrIdx="0"/>
  <p:cmAuthor id="262" name="huang gerrard" initials="" lastIdx="1" clrIdx="0"/>
  <p:cmAuthor id="263" name="未知用户170" initials="" lastIdx="1" clrIdx="0"/>
  <p:cmAuthor id="264" name="未知用户171" initials="" lastIdx="5" clrIdx="1"/>
  <p:cmAuthor id="265" name="未知用户172" initials="" lastIdx="1" clrIdx="1"/>
  <p:cmAuthor id="266" name="未知用户173" initials="" lastIdx="1" clrIdx="0"/>
  <p:cmAuthor id="267" name="未知用户149" initials="" lastIdx="1" clrIdx="0"/>
  <p:cmAuthor id="268" name="未知用户150" initials="" lastIdx="1" clrIdx="0"/>
  <p:cmAuthor id="269" name="未知用户151" initials="" lastIdx="2" clrIdx="0"/>
  <p:cmAuthor id="270" name="未知用户152" initials="" lastIdx="8" clrIdx="0"/>
  <p:cmAuthor id="271" name="未知用户153" initials="" lastIdx="8" clrIdx="0"/>
  <p:cmAuthor id="272" name="未知用户154" initials="" lastIdx="1" clrIdx="0"/>
  <p:cmAuthor id="273" name="未知用户155" initials="" lastIdx="1" clrIdx="0"/>
  <p:cmAuthor id="274" name="未知用户41" initials="" lastIdx="8" clrIdx="0"/>
  <p:cmAuthor id="275" name="未知用户44" initials="" lastIdx="1" clrIdx="0"/>
  <p:cmAuthor id="276" name="未知用户45" initials="" lastIdx="1" clrIdx="0"/>
  <p:cmAuthor id="277" name="未知用户156" initials="" lastIdx="10" clrIdx="0"/>
  <p:cmAuthor id="278" name="未知用户64" initials="" lastIdx="1" clrIdx="0"/>
  <p:cmAuthor id="279" name="未知用户65" initials="" lastIdx="1" clrIdx="0"/>
  <p:cmAuthor id="280" name="未知用户68" initials="" lastIdx="1" clrIdx="0"/>
  <p:cmAuthor id="281" name="未知用户69" initials="" lastIdx="2" clrIdx="0"/>
  <p:cmAuthor id="282" name="未知用户70" initials="" lastIdx="1" clrIdx="1"/>
  <p:cmAuthor id="283" name="未知用户71" initials="" lastIdx="1" clrIdx="0"/>
  <p:cmAuthor id="284" name="未知用户72" initials="" lastIdx="1" clrIdx="0"/>
  <p:cmAuthor id="285" name="未知用户73" initials="" lastIdx="2" clrIdx="0"/>
  <p:cmAuthor id="286" name="未知用户49" initials="" lastIdx="1" clrIdx="0"/>
  <p:cmAuthor id="287" name="未知用户50" initials="" lastIdx="1" clrIdx="0"/>
  <p:cmAuthor id="288" name="未知用户52" initials="" lastIdx="1" clrIdx="0"/>
  <p:cmAuthor id="289" name="MA15" initials="" lastIdx="1" clrIdx="0"/>
  <p:cmAuthor id="290" name="未知用户53" initials="" lastIdx="10" clrIdx="0"/>
  <p:cmAuthor id="291" name="未知用户96" initials="" lastIdx="1" clrIdx="0"/>
  <p:cmAuthor id="292" name="未知用户48" initials="" lastIdx="1" clrIdx="0"/>
  <p:cmAuthor id="293" name="未知用户97" initials="" lastIdx="2" clrIdx="0"/>
  <p:cmAuthor id="294" name="未知用户40" initials="" lastIdx="5" clrIdx="1"/>
  <p:cmAuthor id="295" name="未知用户43" initials="" lastIdx="1" clrIdx="0"/>
  <p:cmAuthor id="296" name="未知用户100" initials="" lastIdx="1" clrIdx="0"/>
  <p:cmAuthor id="297" name="未知用户101" initials="" lastIdx="1" clrIdx="0"/>
  <p:cmAuthor id="298" name="未知用户26" initials="" lastIdx="1" clrIdx="0"/>
  <p:cmAuthor id="299" name="未知用户29" initials="" lastIdx="1" clrIdx="0"/>
  <p:cmAuthor id="300" name="未知用户32" initials="" lastIdx="1" clrIdx="0"/>
  <p:cmAuthor id="301" name="未知用户33" initials="" lastIdx="1" clrIdx="0"/>
  <p:cmAuthor id="302" name="未知用户34" initials="" lastIdx="2" clrIdx="0"/>
  <p:cmAuthor id="303" name="未知用户42" initials="" lastIdx="1" clrIdx="0"/>
  <p:cmAuthor id="304" name="未知的使用者109" initials="" lastIdx="5" clrIdx="1"/>
  <p:cmAuthor id="305" name="未知的使用者122" initials="" lastIdx="1" clrIdx="0"/>
  <p:cmAuthor id="306" name="未知的使用者123" initials="" lastIdx="8" clrIdx="0"/>
  <p:cmAuthor id="307" name="未知用户93" initials="" lastIdx="1" clrIdx="0"/>
  <p:cmAuthor id="308" name="未知用户90" initials="" lastIdx="5" clrIdx="1"/>
  <p:cmAuthor id="309" name="未知用户91" initials="" lastIdx="0" clrIdx="1"/>
  <p:cmAuthor id="310" name="未知用户92" initials="" lastIdx="1" clrIdx="0"/>
  <p:cmAuthor id="311" name="未知用户74" initials="" lastIdx="5" clrIdx="1"/>
  <p:cmAuthor id="312" name="未知用户75" initials="" lastIdx="8" clrIdx="0"/>
  <p:cmAuthor id="313" name="未知用户76" initials="" lastIdx="1" clrIdx="0"/>
  <p:cmAuthor id="314" name="未知用户77" initials="" lastIdx="8" clrIdx="0"/>
  <p:cmAuthor id="315" name="未知用户78" initials="" lastIdx="8" clrIdx="0"/>
  <p:cmAuthor id="316" name="未知用户79" initials="" lastIdx="1" clrIdx="0"/>
  <p:cmAuthor id="317" name="未知用户80" initials="" lastIdx="1" clrIdx="0"/>
  <p:cmAuthor id="318" name="Harry xu" initials="" lastIdx="1" clrIdx="0"/>
  <p:cmAuthor id="319" name="未知用户27" initials="未" lastIdx="1" clrIdx="0"/>
  <p:cmAuthor id="320" name="未知用户35" initials="未" lastIdx="1" clrIdx="0"/>
  <p:cmAuthor id="321" name="未知用户111" initials="未" lastIdx="1" clrIdx="1"/>
  <p:cmAuthor id="322" name="10010" initials="1" lastIdx="1" clrIdx="321"/>
  <p:cmAuthor id="323" name="ethel" initials="e" lastIdx="2" clrIdx="322"/>
  <p:cmAuthor id="324" name="liuying" initials="l" lastIdx="1" clrIdx="323"/>
  <p:cmAuthor id="325" name="修志超" initials="修" lastIdx="1" clrIdx="324"/>
  <p:cmAuthor id="326" name="MI" initials="M" lastIdx="1" clrIdx="325"/>
  <p:cmAuthor id="327" name="甄真" initials="甄" lastIdx="2" clrIdx="326"/>
  <p:cmAuthor id="328" name="琚超" initials="琚" lastIdx="1" clrIdx="327"/>
  <p:cmAuthor id="329" name="xul54" initials="x" lastIdx="1" clrIdx="328"/>
  <p:cmAuthor id="331" name="qianyp" initials="q" lastIdx="2" clrIdx="330"/>
  <p:cmAuthor id="332" name="Liu, Hongqing (NSB - CN/Shanghai)" initials="L" lastIdx="1" clrIdx="41"/>
  <p:cmAuthor id="333" name="汪亦超" initials="汪" lastIdx="1" clrIdx="332"/>
  <p:cmAuthor id="334" name="lll" initials="l" lastIdx="1" clrIdx="333"/>
  <p:cmAuthor id="335" name="未知用户189" initials="未" lastIdx="2" clrIdx="0"/>
  <p:cmAuthor id="287643681" name="殷格非" initials="殷" lastIdx="2" clrIdx="0"/>
  <p:cmAuthor id="336" name="Unknown User69" initials="U" lastIdx="8" clrIdx="0"/>
  <p:cmAuthor id="287643682" name="z r" initials="zr" lastIdx="5" clrIdx="12"/>
  <p:cmAuthor id="337" name="raymond luan" initials="r" lastIdx="0" clrIdx="0"/>
  <p:cmAuthor id="287643683" name="8310" initials="8" lastIdx="1" clrIdx="35"/>
  <p:cmAuthor id="338" name="tjlyj" initials="t" lastIdx="1" clrIdx="337"/>
  <p:cmAuthor id="287643684" name="Aqf" initials="A" lastIdx="1" clrIdx="36"/>
  <p:cmAuthor id="339" name="赵刚" initials="赵" lastIdx="1" clrIdx="325"/>
  <p:cmAuthor id="287643685" name="13709759491@139.com" initials="1" lastIdx="1" clrIdx="49"/>
  <p:cmAuthor id="691587970" name="小延魔法师" initials="小" lastIdx="1126286" clrIdx="0"/>
  <p:cmAuthor id="340" name="hqm-liuwp19" initials="h" lastIdx="1" clrIdx="339"/>
  <p:cmAuthor id="691587971" name="刘春杰10244342" initials="刘春杰10244342" lastIdx="1" clrIdx="41"/>
  <p:cmAuthor id="341" name="未知的使用者155" initials="未" lastIdx="1" clrIdx="0"/>
  <p:cmAuthor id="691587972" name="li hui" initials="lh" lastIdx="1" clrIdx="50"/>
  <p:cmAuthor id="342" name="李 剑峰" initials="李" lastIdx="5" clrIdx="23"/>
  <p:cmAuthor id="691587973" name="Gaofugui(Jiangsu,NPS)" initials="G" lastIdx="1" clrIdx="51"/>
  <p:cmAuthor id="383159678" name="FAN" initials="F" lastIdx="555744" clrIdx="0"/>
  <p:cmAuthor id="343" name="娜娅" initials="娜" lastIdx="2" clrIdx="342"/>
  <p:cmAuthor id="691587974" name="张磊" initials="张磊" lastIdx="2" clrIdx="52"/>
  <p:cmAuthor id="383159679" name="sunaoran" initials="s" lastIdx="2" clrIdx="3"/>
  <p:cmAuthor id="344" name="武晓红" initials="武" lastIdx="1" clrIdx="343"/>
  <p:cmAuthor id="691587975" name="junqing li" initials="jl" lastIdx="1" clrIdx="331"/>
  <p:cmAuthor id="345" name="仝德志" initials="仝" lastIdx="1" clrIdx="0"/>
  <p:cmAuthor id="691587976" name="liubin (AD)" initials="l(" lastIdx="1" clrIdx="511"/>
  <p:cmAuthor id="346" name="PC" initials="P" lastIdx="4" clrIdx="0"/>
  <p:cmAuthor id="691587977" name="张惠" initials="张" lastIdx="1" clrIdx="691587976"/>
  <p:cmAuthor id="347" name="李晓波" initials="李" lastIdx="1" clrIdx="346"/>
  <p:cmAuthor id="348" name="未知的使用者169" initials="未" lastIdx="1" clrIdx="0"/>
  <p:cmAuthor id="349" name="未知的使用者183" initials="未" lastIdx="5" clrIdx="1"/>
  <p:cmAuthor id="350" name="ChZ" initials="C" lastIdx="2" clrIdx="349"/>
  <p:cmAuthor id="351" name="王奎" initials="王" lastIdx="1" clrIdx="350"/>
  <p:cmAuthor id="352" name="EDY" initials="E" lastIdx="6" clrIdx="351"/>
  <p:cmAuthor id="353" name="封殊龙" initials="封" lastIdx="2" clrIdx="352"/>
  <p:cmAuthor id="354" name="未知的使用者162" initials="未" lastIdx="1" clrIdx="0"/>
  <p:cmAuthor id="355" name="未知的使用者152" initials="未" lastIdx="1" clrIdx="0"/>
  <p:cmAuthor id="356" name="未知的使用者184" initials="未" lastIdx="8" clrIdx="0"/>
  <p:cmAuthor id="357" name="未知的使用者185" initials="未" lastIdx="10" clrIdx="0"/>
  <p:cmAuthor id="358" name="未知的使用者186" initials="未" lastIdx="1" clrIdx="0"/>
  <p:cmAuthor id="359" name="未知的使用者175" initials="未" lastIdx="8" clrIdx="0"/>
  <p:cmAuthor id="360" name="未知的使用者176" initials="未" lastIdx="1" clrIdx="0"/>
  <p:cmAuthor id="361" name="未知的使用者187" initials="未" lastIdx="1" clrIdx="0"/>
  <p:cmAuthor id="362" name="未知的使用者178" initials="未" lastIdx="1" clrIdx="0"/>
  <p:cmAuthor id="363" name="未知的使用者179" initials="未" lastIdx="1" clrIdx="0"/>
  <p:cmAuthor id="364" name="未知的使用者180" initials="未" lastIdx="2" clrIdx="0"/>
  <p:cmAuthor id="365" name="未知的使用者181" initials="未" lastIdx="7" clrIdx="1"/>
  <p:cmAuthor id="366" name="未知的使用者170" initials="未" lastIdx="43" clrIdx="1"/>
  <p:cmAuthor id="367" name="HUAWEI" initials="H" lastIdx="2" clrIdx="366"/>
  <p:cmAuthor id="368" name="宁文文" initials="宁" lastIdx="1" clrIdx="367"/>
  <p:cmAuthor id="369" name="未知的使用者141" initials="未" lastIdx="8" clrIdx="0"/>
  <p:cmAuthor id="370" name="未知的使用者142" initials="未" lastIdx="1" clrIdx="0"/>
  <p:cmAuthor id="371" name="未知的使用者143" initials="未" lastIdx="1" clrIdx="0"/>
  <p:cmAuthor id="372" name="未知的使用者144" initials="未" lastIdx="1" clrIdx="0"/>
  <p:cmAuthor id="373" name="未知的使用者145" initials="未" lastIdx="1" clrIdx="0"/>
  <p:cmAuthor id="374" name="未知的使用者146" initials="未" lastIdx="1" clrIdx="0"/>
  <p:cmAuthor id="375" name="未知的使用者147" initials="未" lastIdx="1" clrIdx="0"/>
  <p:cmAuthor id="376" name="未知的使用者148" initials="未" lastIdx="8" clrIdx="0"/>
  <p:cmAuthor id="377" name="未知的使用者149" initials="未" lastIdx="8" clrIdx="0"/>
  <p:cmAuthor id="379" name="刘云轩" initials="刘" lastIdx="1" clrIdx="0"/>
  <p:cmAuthor id="380" name="sharon" initials="s" lastIdx="1" clrIdx="84"/>
  <p:cmAuthor id="381" name="未知用户131" initials="未" lastIdx="1" clrIdx="2"/>
  <p:cmAuthor id="382" name="孔祥云" initials="孔" lastIdx="4" clrIdx="381"/>
  <p:cmAuthor id="383" name="未知的使用者194" initials="未" lastIdx="1" clrIdx="0"/>
  <p:cmAuthor id="384" name="未知用户134" initials="未" lastIdx="10" clrIdx="0"/>
  <p:cmAuthor id="385" name="未知用户135" initials="未" lastIdx="1" clrIdx="0"/>
  <p:cmAuthor id="387" name="未知用户136" initials="未" lastIdx="1" clrIdx="1"/>
  <p:cmAuthor id="388" name="王长青" initials="王长青" lastIdx="1" clrIdx="387"/>
  <p:cmAuthor id="389" name="Yoyo Wu" initials="Y" lastIdx="2" clrIdx="0"/>
  <p:cmAuthor id="390" name="未知的使用者201" initials="未" lastIdx="8" clrIdx="0"/>
  <p:cmAuthor id="391" name="未知的使用者202" initials="未" lastIdx="0" clrIdx="1"/>
  <p:cmAuthor id="392" name="未知的使用者171" initials="未" lastIdx="3" clrIdx="1"/>
  <p:cmAuthor id="393" name="未知的使用者195" initials="未" lastIdx="1" clrIdx="1"/>
  <p:cmAuthor id="394" name="Unknown User27" initials="U" lastIdx="1" clrIdx="0"/>
  <p:cmAuthor id="395" name="未知的使用者196" initials="未" lastIdx="1" clrIdx="0"/>
  <p:cmAuthor id="396" name="未知的使用者222" initials="" lastIdx="5" clrIdx="1"/>
  <p:cmAuthor id="397" name="未知的使用者203" initials="未" lastIdx="1" clrIdx="0"/>
  <p:cmAuthor id="398" name="未知的使用者204" initials="未" lastIdx="1" clrIdx="0"/>
  <p:cmAuthor id="399" name="未知的使用者225" initials="" lastIdx="1" clrIdx="0"/>
  <p:cmAuthor id="401" name="Unknown User24" initials="U" lastIdx="1" clrIdx="0"/>
  <p:cmAuthor id="402" name="未知用户133" initials="未" lastIdx="1" clrIdx="0"/>
  <p:cmAuthor id="409" name="zhangbin" initials="z" lastIdx="6" clrIdx="0"/>
  <p:cmAuthor id="410" name="未知的使用者232" initials="" lastIdx="8" clrIdx="0"/>
  <p:cmAuthor id="412" name="未知用户330" initials="未" lastIdx="5" clrIdx="0"/>
  <p:cmAuthor id="413" name="Unknown User111" initials="U" lastIdx="1" clrIdx="0"/>
  <p:cmAuthor id="414" name="未知用户177" initials="未" lastIdx="2" clrIdx="0"/>
  <p:cmAuthor id="415" name="未知用户184" initials="未" lastIdx="1" clrIdx="1"/>
  <p:cmAuthor id="416" name="未知用户118" initials="未" lastIdx="1" clrIdx="0"/>
  <p:cmAuthor id="418" name="未知用户181" initials="未" lastIdx="2" clrIdx="0"/>
  <p:cmAuthor id="419" name="未知用户182" initials="未" lastIdx="1" clrIdx="49"/>
  <p:cmAuthor id="420" name="未知用户204" initials="未" lastIdx="1" clrIdx="0"/>
  <p:cmAuthor id="421" name="未知用户205" initials="未" lastIdx="1" clrIdx="0"/>
  <p:cmAuthor id="422" name="未知用户193" initials="未" lastIdx="3" clrIdx="0"/>
  <p:cmAuthor id="423" name="未知用户194" initials="未" lastIdx="1" clrIdx="0"/>
  <p:cmAuthor id="424" name="未知用户187" initials="未" lastIdx="10" clrIdx="0"/>
  <p:cmAuthor id="425" name="Kent" initials="K" lastIdx="2" clrIdx="0"/>
  <p:cmAuthor id="426" name="留毓吟" initials="留" lastIdx="1" clrIdx="0"/>
  <p:cmAuthor id="427" name="王嘉偉" initials="王" lastIdx="2" clrIdx="0"/>
  <p:cmAuthor id="428" name="dcis" initials="d" lastIdx="4" clrIdx="0"/>
  <p:cmAuthor id="429" name="FanJQ" initials="F" lastIdx="1" clrIdx="1"/>
  <p:cmAuthor id="430" name="未知用户211" initials="未" lastIdx="8" clrIdx="0"/>
  <p:cmAuthor id="431" name="未知用户212" initials="未" lastIdx="8" clrIdx="0"/>
  <p:cmAuthor id="432" name="未知用户210" initials="未" lastIdx="1" clrIdx="0"/>
  <p:cmAuthor id="433" name="未知用户201" initials="未" lastIdx="8" clrIdx="0"/>
  <p:cmAuthor id="434" name="未知用户161" initials="未" lastIdx="1" clrIdx="0"/>
  <p:cmAuthor id="435" name="未知用户183" initials="未" lastIdx="1" clrIdx="0"/>
  <p:cmAuthor id="436" name="未知用户162" initials="未" lastIdx="1" clrIdx="0"/>
  <p:cmAuthor id="437" name="未知用户163" initials="未" lastIdx="8" clrIdx="0"/>
  <p:cmAuthor id="438" name="未知用户164" initials="未" lastIdx="1" clrIdx="0"/>
  <p:cmAuthor id="439" name="未知用户165" initials="未" lastIdx="2" clrIdx="0"/>
  <p:cmAuthor id="440" name="未知用户191" initials="未" lastIdx="1" clrIdx="0"/>
  <p:cmAuthor id="441" name="未知用户167" initials="未" lastIdx="1" clrIdx="0"/>
  <p:cmAuthor id="442" name="未知用户202" initials="未" lastIdx="8" clrIdx="0"/>
  <p:cmAuthor id="443" name="未知用户169" initials="未" lastIdx="1" clrIdx="0"/>
  <p:cmAuthor id="444" name="未知用户192" initials="未" lastIdx="1" clrIdx="0"/>
  <p:cmAuthor id="445" name="未知用户203" initials="未" lastIdx="1" clrIdx="1"/>
  <p:cmAuthor id="446" name="未知用户174" initials="未" lastIdx="1" clrIdx="0"/>
  <p:cmAuthor id="447" name="未知用户175" initials="未" lastIdx="1" clrIdx="0"/>
  <p:cmAuthor id="448" name="未知用户176" initials="未" lastIdx="1" clrIdx="0"/>
  <p:cmAuthor id="450" name="未知的使用者167" initials="未" lastIdx="0" clrIdx="1"/>
  <p:cmAuthor id="451" name="未知的使用者159" initials="未" lastIdx="1" clrIdx="1"/>
  <p:cmAuthor id="452" name="未知的使用者160" initials="未" lastIdx="1" clrIdx="0"/>
  <p:cmAuthor id="453" name="未知的使用者168" initials="未" lastIdx="1" clrIdx="0"/>
  <p:cmAuthor id="454" name="不明使用者7" initials="不" lastIdx="7" clrIdx="1"/>
  <p:cmAuthor id="455" name="未知用户120" initials="未" lastIdx="1" clrIdx="0"/>
  <p:cmAuthor id="456" name="未知用户122" initials="未" lastIdx="1" clrIdx="0"/>
  <p:cmAuthor id="457" name="未知用户132" initials="未" lastIdx="1" clrIdx="0"/>
  <p:cmAuthor id="458" name="未知用户141" initials="未" lastIdx="1" clrIdx="1"/>
  <p:cmAuthor id="459" name="未知用户143" initials="未" lastIdx="1" clrIdx="0"/>
  <p:cmAuthor id="460" name="未知用户144" initials="未" lastIdx="1" clrIdx="0"/>
  <p:cmAuthor id="461" name="未知用户145" initials="未" lastIdx="2" clrIdx="0"/>
  <p:cmAuthor id="462" name="未知用户119" initials="未" lastIdx="1" clrIdx="1"/>
  <p:cmAuthor id="463" name="未知用户140" initials="未" lastIdx="0" clrIdx="1"/>
  <p:cmAuthor id="464" name="未知用户142" initials="未" lastIdx="1" clrIdx="0"/>
  <p:cmAuthor id="465" name="未知用户157" initials="未" lastIdx="8" clrIdx="0"/>
  <p:cmAuthor id="466" name="未知用户158" initials="未" lastIdx="2" clrIdx="0"/>
  <p:cmAuthor id="467" name="未知用户159" initials="未" lastIdx="1" clrIdx="0"/>
  <p:cmAuthor id="468" name="未知用户160" initials="未" lastIdx="2" clrIdx="0"/>
  <p:cmAuthor id="469" name="未知用户168" initials="未" lastIdx="1" clrIdx="0"/>
  <p:cmAuthor id="470" name="順天" initials="順" lastIdx="1" clrIdx="0"/>
  <p:cmAuthor id="471" name="未知用户287" initials="未" lastIdx="0" clrIdx="1"/>
  <p:cmAuthor id="472" name="未知用户288" initials="未" lastIdx="1" clrIdx="0"/>
  <p:cmAuthor id="473" name="未知用户289" initials="未" lastIdx="1" clrIdx="0"/>
  <p:cmAuthor id="474" name="未知用户206" initials="未" lastIdx="6" clrIdx="0"/>
  <p:cmAuthor id="478" name="nancy" initials="n" lastIdx="1" clrIdx="0"/>
  <p:cmAuthor id="479" name="未知用户166" initials="未" lastIdx="1" clrIdx="0"/>
  <p:cmAuthor id="480" name="未知用户195" initials="未" lastIdx="1" clrIdx="0"/>
  <p:cmAuthor id="481" name="未知用户207" initials="未" lastIdx="3" clrIdx="1"/>
  <p:cmAuthor id="482" name="未知的使用者207" initials="未" lastIdx="1" clrIdx="0"/>
  <p:cmAuthor id="483" name="未知的使用者208" initials="未" lastIdx="1" clrIdx="0"/>
  <p:cmAuthor id="484" name="未知的使用者188" initials="未" lastIdx="1" clrIdx="0"/>
  <p:cmAuthor id="485" name="未知的使用者189" initials="未" lastIdx="2" clrIdx="0"/>
  <p:cmAuthor id="2000" name="梁亚栋" initials="authorId_233440905" lastIdx="776053" clrIdx="0"/>
  <p:cmAuthor id="486" name="未知的使用者190" initials="未" lastIdx="1" clrIdx="1"/>
  <p:cmAuthor id="2001" name=" " initials="" lastIdx="1" clrIdx="6"/>
  <p:cmAuthor id="487" name="未知的使用者191" initials="未" lastIdx="1" clrIdx="0"/>
  <p:cmAuthor id="2002" name="mu zi" initials="mz" lastIdx="6" clrIdx="22"/>
  <p:cmAuthor id="488" name="未知的使用者192" initials="未" lastIdx="1" clrIdx="0"/>
  <p:cmAuthor id="2003" name="Master 3L" initials="M3" lastIdx="1" clrIdx="26"/>
  <p:cmAuthor id="489" name="未知的使用者193" initials="未" lastIdx="2" clrIdx="0"/>
  <p:cmAuthor id="2004" name="范 斌" initials="范" lastIdx="1" clrIdx="36"/>
  <p:cmAuthor id="490" name="未知的使用者209" initials="未" lastIdx="8" clrIdx="0"/>
  <p:cmAuthor id="2005" name="毕邺" initials="党委办公室" lastIdx="2" clrIdx="37"/>
  <p:cmAuthor id="491" name="未知的使用者210" initials="未" lastIdx="1" clrIdx="0"/>
  <p:cmAuthor id="2006" name="jiaru tiger" initials="jt" lastIdx="2" clrIdx="38"/>
  <p:cmAuthor id="492" name="未知的使用者211" initials="未" lastIdx="1" clrIdx="0"/>
  <p:cmAuthor id="493" name="未知的使用者212" initials="未" lastIdx="11" clrIdx="0"/>
  <p:cmAuthor id="494" name="未知的使用者213" initials="未" lastIdx="7" clrIdx="1"/>
  <p:cmAuthor id="495" name="未知的使用者214" initials="未" lastIdx="1" clrIdx="2"/>
  <p:cmAuthor id="496" name="未知的使用者215" initials="未" lastIdx="1" clrIdx="0"/>
  <p:cmAuthor id="497" name="未知的使用者216" initials="未" lastIdx="1" clrIdx="0"/>
  <p:cmAuthor id="498" name="未知的使用者217" initials="未" lastIdx="1" clrIdx="1"/>
  <p:cmAuthor id="499" name="未知的使用者218" initials="未" lastIdx="1" clrIdx="0"/>
  <p:cmAuthor id="500" name="未知的使用者219" initials="未" lastIdx="2" clrIdx="0"/>
  <p:cmAuthor id="501" name="未知的使用者220" initials="未" lastIdx="7" clrIdx="1"/>
  <p:cmAuthor id="502" name="未知的使用者153" initials="未" lastIdx="1" clrIdx="0"/>
  <p:cmAuthor id="503" name="未知的使用者154" initials="未" lastIdx="1" clrIdx="0"/>
  <p:cmAuthor id="504" name="未知用户25" initials="未" lastIdx="1" clrIdx="0"/>
  <p:cmAuthor id="506" name="未知的使用者129" initials="未" lastIdx="1" clrIdx="0"/>
  <p:cmAuthor id="507" name="未知的使用者130" initials="未" lastIdx="8" clrIdx="0"/>
  <p:cmAuthor id="508" name="未知的使用者131" initials="未" lastIdx="2" clrIdx="0"/>
  <p:cmAuthor id="509" name="未知的使用者132" initials="未" lastIdx="8" clrIdx="0"/>
  <p:cmAuthor id="510" name="未知的使用者164" initials="未" lastIdx="8" clrIdx="0"/>
  <p:cmAuthor id="511" name="未知的使用者172" initials="未" lastIdx="1" clrIdx="0"/>
  <p:cmAuthor id="512" name="未知的使用者174" initials="未" lastIdx="1" clrIdx="0"/>
  <p:cmAuthor id="513" name="未知的使用者247" initials="未" lastIdx="6" clrIdx="0"/>
  <p:cmAuthor id="514" name="未知的使用者249" initials="未" lastIdx="43" clrIdx="1"/>
  <p:cmAuthor id="515" name="未知的使用者250" initials="未" lastIdx="1" clrIdx="0"/>
  <p:cmAuthor id="516" name="未知的使用者251" initials="未" lastIdx="1" clrIdx="0"/>
  <p:cmAuthor id="517" name="未知的使用者246" initials="未" lastIdx="1" clrIdx="1"/>
  <p:cmAuthor id="518" name="未知的使用者224" initials="未" lastIdx="1" clrIdx="0"/>
  <p:cmAuthor id="519" name="未知的使用者252" initials="未" lastIdx="1" clrIdx="0"/>
  <p:cmAuthor id="520" name="未知的使用者253" initials="未" lastIdx="1" clrIdx="0"/>
  <p:cmAuthor id="521" name="未知的使用者254" initials="未" lastIdx="1" clrIdx="0"/>
  <p:cmAuthor id="522" name="未知的使用者255" initials="未" lastIdx="1" clrIdx="0"/>
  <p:cmAuthor id="523" name="未知的使用者226" initials="未" lastIdx="8" clrIdx="0"/>
  <p:cmAuthor id="524" name="未知的使用者227" initials="未" lastIdx="2" clrIdx="0"/>
  <p:cmAuthor id="525" name="未知的使用者270" initials="未" lastIdx="1" clrIdx="0"/>
  <p:cmAuthor id="526" name="未知的使用者228" initials="未" lastIdx="8" clrIdx="0"/>
  <p:cmAuthor id="8535702" name="曾蓓/贝贝" initials="曾" lastIdx="0" clrIdx="0"/>
  <p:cmAuthor id="527" name="未知的使用者229" initials="未" lastIdx="8" clrIdx="0"/>
  <p:cmAuthor id="528" name="未知的使用者230" initials="未" lastIdx="1" clrIdx="0"/>
  <p:cmAuthor id="529" name="未知的使用者231" initials="未" lastIdx="1" clrIdx="0"/>
  <p:cmAuthor id="530" name="未知的使用者256" initials="未" lastIdx="1" clrIdx="0"/>
  <p:cmAuthor id="531" name="未知的使用者233" initials="未" lastIdx="1" clrIdx="0"/>
  <p:cmAuthor id="532" name="未知的使用者234" initials="未" lastIdx="10" clrIdx="0"/>
  <p:cmAuthor id="533" name="未知的使用者235" initials="未" lastIdx="1" clrIdx="0"/>
  <p:cmAuthor id="534" name="未知的使用者236" initials="未" lastIdx="1" clrIdx="0"/>
  <p:cmAuthor id="535" name="未知的使用者257" initials="未" lastIdx="1" clrIdx="0"/>
  <p:cmAuthor id="536" name="未知的使用者237" initials="未" lastIdx="1" clrIdx="0"/>
  <p:cmAuthor id="537" name="未知的使用者238" initials="未" lastIdx="2" clrIdx="0"/>
  <p:cmAuthor id="538" name="未知的使用者239" initials="未" lastIdx="1" clrIdx="1"/>
  <p:cmAuthor id="539" name="未知的使用者240" initials="未" lastIdx="1" clrIdx="0"/>
  <p:cmAuthor id="540" name="未知的使用者241" initials="未" lastIdx="1" clrIdx="0"/>
  <p:cmAuthor id="541" name="未知的使用者242" initials="未" lastIdx="2" clrIdx="0"/>
  <p:cmAuthor id="542" name="未知的使用者243" initials="未" lastIdx="1" clrIdx="0"/>
  <p:cmAuthor id="543" name="未知的使用者258" initials="未" lastIdx="8" clrIdx="0"/>
  <p:cmAuthor id="544" name="未知的使用者259" initials="未" lastIdx="1" clrIdx="0"/>
  <p:cmAuthor id="545" name="未知的使用者260" initials="未" lastIdx="1" clrIdx="0"/>
  <p:cmAuthor id="546" name="未知的使用者261" initials="未" lastIdx="11" clrIdx="0"/>
  <p:cmAuthor id="547" name="未知的使用者262" initials="未" lastIdx="7" clrIdx="1"/>
  <p:cmAuthor id="548" name="未知的使用者263" initials="未" lastIdx="1" clrIdx="2"/>
  <p:cmAuthor id="549" name="未知的使用者264" initials="未" lastIdx="1" clrIdx="0"/>
  <p:cmAuthor id="550" name="未知的使用者265" initials="未" lastIdx="1" clrIdx="0"/>
  <p:cmAuthor id="551" name="未知的使用者266" initials="未" lastIdx="1" clrIdx="1"/>
  <p:cmAuthor id="552" name="未知的使用者267" initials="未" lastIdx="1" clrIdx="0"/>
  <p:cmAuthor id="553" name="未知的使用者268" initials="未" lastIdx="2" clrIdx="0"/>
  <p:cmAuthor id="554" name="未知的使用者269" initials="未" lastIdx="7" clrIdx="1"/>
  <p:cmAuthor id="555" name="lillian" initials="l" lastIdx="1" clrIdx="0"/>
  <p:cmAuthor id="556" name="未知用户197" initials="未" lastIdx="1" clrIdx="0"/>
  <p:cmAuthor id="557" name="Xia Ting" initials="X" lastIdx="1" clrIdx="0"/>
  <p:cmAuthor id="558" name="未知用户180" initials="未" lastIdx="8" clrIdx="0"/>
  <p:cmAuthor id="559" name="不明使用者54" initials="不" lastIdx="1" clrIdx="1"/>
  <p:cmAuthor id="561" name="未知用户94" initials="未" lastIdx="0" clrIdx="0"/>
  <p:cmAuthor id="562" name="未知用户321" initials="未" lastIdx="1" clrIdx="0"/>
  <p:cmAuthor id="564" name="未知用户319" initials="未" lastIdx="1" clrIdx="0"/>
  <p:cmAuthor id="565" name="未知用户222" initials="未" lastIdx="1" clrIdx="0"/>
  <p:cmAuthor id="566" name="未知用户87" initials="未" lastIdx="1" clrIdx="0"/>
  <p:cmAuthor id="567" name="未知用户88" initials="未" lastIdx="1" clrIdx="0"/>
  <p:cmAuthor id="568" name="未知用户89" initials="未" lastIdx="1" clrIdx="0"/>
  <p:cmAuthor id="570" name="未知用户110" initials="未" lastIdx="1" clrIdx="0"/>
  <p:cmAuthor id="571" name="未知用户121" initials="未" lastIdx="1" clrIdx="1"/>
  <p:cmAuthor id="572" name="未知用户234" initials="未" lastIdx="7" clrIdx="1"/>
  <p:cmAuthor id="573" name="未知用户54" initials="未" lastIdx="8" clrIdx="0"/>
  <p:cmAuthor id="574" name="未知用户278" initials="未" lastIdx="1" clrIdx="0"/>
  <p:cmAuthor id="575" name="未知用户279" initials="未" lastIdx="1" clrIdx="0"/>
  <p:cmAuthor id="576" name="未知用户280" initials="未" lastIdx="4" clrIdx="2"/>
  <p:cmAuthor id="577" name="未知用户281" initials="未" lastIdx="1" clrIdx="0"/>
  <p:cmAuthor id="578" name="未知用户282" initials="未" lastIdx="3" clrIdx="1"/>
  <p:cmAuthor id="579" name="未知用户283" initials="未" lastIdx="1" clrIdx="1"/>
  <p:cmAuthor id="580" name="未知用户284" initials="未" lastIdx="1" clrIdx="0"/>
  <p:cmAuthor id="581" name="未知用户285" initials="未" lastIdx="8" clrIdx="0"/>
  <p:cmAuthor id="583" name="78234500@qq.com" initials="7" lastIdx="1" clrIdx="0"/>
  <p:cmAuthor id="585" name="未知用户290" initials="未" lastIdx="2" clrIdx="0"/>
  <p:cmAuthor id="586" name="未知用户291" initials="未" lastIdx="8" clrIdx="0"/>
  <p:cmAuthor id="587" name="未知用户292" initials="未" lastIdx="1" clrIdx="0"/>
  <p:cmAuthor id="588" name="未知用户293" initials="未" lastIdx="1" clrIdx="0"/>
  <p:cmAuthor id="210492765" name="施普希（菜菜）" initials="施" lastIdx="0" clrIdx="0"/>
  <p:cmAuthor id="589" name="未知用户295" initials="未" lastIdx="1" clrIdx="0"/>
  <p:cmAuthor id="210492766" name="yu 1" initials="y1" lastIdx="1" clrIdx="19"/>
  <p:cmAuthor id="590" name="未知用户297" initials="未" lastIdx="1" clrIdx="0"/>
  <p:cmAuthor id="210492767" name="李 嘉" initials="李" lastIdx="1" clrIdx="26"/>
  <p:cmAuthor id="591" name="panjm" initials="p" lastIdx="1" clrIdx="0"/>
  <p:cmAuthor id="210492768" name="gus9@chinaunicom.cn" initials="g" lastIdx="4" clrIdx="27"/>
  <p:cmAuthor id="592" name="ye gusong" initials="y" lastIdx="1" clrIdx="0"/>
  <p:cmAuthor id="593" name="wei muzi" initials="w" lastIdx="1" clrIdx="4"/>
  <p:cmAuthor id="594" name="孙" initials="孙" lastIdx="1" clrIdx="50"/>
  <p:cmAuthor id="595" name="liuchunhua199110" initials="l" lastIdx="3" clrIdx="3"/>
  <p:cmAuthor id="597" name="未知用户256" initials="未" lastIdx="1" clrIdx="0"/>
  <p:cmAuthor id="598" name="未知的使用者139" initials="未" lastIdx="1" clrIdx="0"/>
  <p:cmAuthor id="599" name="未知用户258" initials="未" lastIdx="8" clrIdx="0"/>
  <p:cmAuthor id="604" name="未知的使用者140" initials="未" lastIdx="1" clrIdx="1"/>
  <p:cmAuthor id="605" name="yudi lin" initials="y" lastIdx="0" clrIdx="0"/>
  <p:cmAuthor id="608" name="49554261@qq.com" initials="4" lastIdx="2" clrIdx="2"/>
  <p:cmAuthor id="610" name="未知用户215" initials="未" lastIdx="1" clrIdx="0"/>
  <p:cmAuthor id="611" name="未知用户313" initials="未" lastIdx="2" clrIdx="0"/>
  <p:cmAuthor id="612" name="胡岱雯" initials="胡" lastIdx="1" clrIdx="0"/>
  <p:cmAuthor id="613" name="张 成亚" initials="张" lastIdx="1" clrIdx="52"/>
  <p:cmAuthor id="614" name="未知用户268" initials="未" lastIdx="1" clrIdx="0"/>
  <p:cmAuthor id="615" name="liuzga" initials="l" lastIdx="1" clrIdx="3"/>
  <p:cmAuthor id="616" name="未知用户213" initials="未" lastIdx="1" clrIdx="0"/>
  <p:cmAuthor id="617" name="未知用户218" initials="未" lastIdx="1" clrIdx="0"/>
  <p:cmAuthor id="618" name="未知用户219" initials="未" lastIdx="10" clrIdx="0"/>
  <p:cmAuthor id="619" name="未知用户344" initials="未" lastIdx="1" clrIdx="0"/>
  <p:cmAuthor id="620" name="未知用户345" initials="未" lastIdx="1" clrIdx="0"/>
  <p:cmAuthor id="621" name="未知用户347" initials="未" lastIdx="6" clrIdx="0"/>
  <p:cmAuthor id="622" name="未知用户348" initials="未" lastIdx="10" clrIdx="0"/>
  <p:cmAuthor id="623" name="jian Ray" initials="j" lastIdx="1" clrIdx="50"/>
  <p:cmAuthor id="625" name="Microsoft Office 用户" initials="M" lastIdx="25" clrIdx="3"/>
  <p:cmAuthor id="626" name="王丽君" initials="王" lastIdx="4" clrIdx="0"/>
  <p:cmAuthor id="627" name="未知用户237" initials="未" lastIdx="1" clrIdx="0"/>
  <p:cmAuthor id="628" name="�Ÿ�" initials="�" lastIdx="1" clrIdx="0"/>
  <p:cmAuthor id="629" name="未知用户221" initials="未" lastIdx="43" clrIdx="1"/>
  <p:cmAuthor id="630" name="jesschin" initials="j" lastIdx="1" clrIdx="510"/>
  <p:cmAuthor id="632" name="林志强" initials="林" lastIdx="1" clrIdx="631"/>
  <p:cmAuthor id="633" name="Carol Kelly" initials="C" lastIdx="1" clrIdx="0"/>
  <p:cmAuthor id="634" name="马月" initials="马" lastIdx="1" clrIdx="633"/>
  <p:cmAuthor id="635" name="李苏薇" initials="李" lastIdx="1" clrIdx="634"/>
  <p:cmAuthor id="636" name="Unknown User58" initials="U" lastIdx="1" clrIdx="0"/>
  <p:cmAuthor id="637" name="Unknown User55" initials="U" lastIdx="1" clrIdx="1"/>
  <p:cmAuthor id="638" name="未知用户343" initials="未" lastIdx="1" clrIdx="0"/>
  <p:cmAuthor id="639" name="Huipeng Cao" initials="H" lastIdx="1" clrIdx="0"/>
  <p:cmAuthor id="640" name="李 雷雨" initials="李" lastIdx="1" clrIdx="0"/>
  <p:cmAuthor id="641" name="91257" initials="9" lastIdx="0" clrIdx="1"/>
  <p:cmAuthor id="642" name="vicky" initials="v" lastIdx="2" clrIdx="1"/>
  <p:cmAuthor id="643" name="庆芳 许" initials="庆" lastIdx="1" clrIdx="0"/>
  <p:cmAuthor id="644" name="jerrychou" initials="j" lastIdx="1" clrIdx="4"/>
  <p:cmAuthor id="645" name="不明使用者12" initials="不" lastIdx="3" clrIdx="1"/>
  <p:cmAuthor id="646" name="不明使用者1" initials="不" lastIdx="0" clrIdx="0"/>
  <p:cmAuthor id="647" name="不明使用者2" initials="不" lastIdx="2" clrIdx="0"/>
  <p:cmAuthor id="648" name="姚翔" initials="姚" lastIdx="1" clrIdx="647"/>
  <p:cmAuthor id="649" name="不明使用者4" initials="不" lastIdx="1" clrIdx="0"/>
  <p:cmAuthor id="650" name="不明使用者6" initials="不" lastIdx="1" clrIdx="0"/>
  <p:cmAuthor id="651" name="不明使用者5" initials="不" lastIdx="11" clrIdx="0"/>
  <p:cmAuthor id="652" name="未知用户296" initials="未" lastIdx="1" clrIdx="0"/>
  <p:cmAuthor id="653" name="不明使用者8" initials="不" lastIdx="43" clrIdx="1"/>
  <p:cmAuthor id="654" name="不明使用者9" initials="不" lastIdx="1" clrIdx="0"/>
  <p:cmAuthor id="655" name="不明使用者10" initials="不" lastIdx="0" clrIdx="0"/>
  <p:cmAuthor id="656" name="不明使用者11" initials="不" lastIdx="1" clrIdx="0"/>
  <p:cmAuthor id="657" name="Carol Wu" initials="C" lastIdx="1" clrIdx="0"/>
  <p:cmAuthor id="658" name="Think" initials="T" lastIdx="6" clrIdx="3"/>
  <p:cmAuthor id="659" name="倪怡" initials="倪" lastIdx="1" clrIdx="658"/>
  <p:cmAuthor id="660" name="未知用户304" initials="未" lastIdx="1" clrIdx="0"/>
  <p:cmAuthor id="661" name="未知用户305" initials="未" lastIdx="1" clrIdx="0"/>
  <p:cmAuthor id="662" name="敢 王" initials="敢" lastIdx="1" clrIdx="0"/>
  <p:cmAuthor id="663" name="邓 勇" initials="邓" lastIdx="1" clrIdx="0"/>
  <p:cmAuthor id="664" name="陈城" initials="陈" lastIdx="0" clrIdx="2"/>
  <p:cmAuthor id="665" name="未知用户309" initials="未" lastIdx="8" clrIdx="0"/>
  <p:cmAuthor id="666" name="蓝礼健" initials="蓝" lastIdx="1" clrIdx="0"/>
  <p:cmAuthor id="667" name="未知用户311" initials="未" lastIdx="2" clrIdx="0"/>
  <p:cmAuthor id="668" name="未知用户312" initials="未" lastIdx="1" clrIdx="0"/>
  <p:cmAuthor id="669" name="shenbina" initials="s" lastIdx="1" clrIdx="0"/>
  <p:cmAuthor id="670" name="未知用户314" initials="未" lastIdx="1" clrIdx="1"/>
  <p:cmAuthor id="671" name="晓  曲" initials="晓" lastIdx="1" clrIdx="0"/>
  <p:cmAuthor id="672" name="未知用户230" initials="未" lastIdx="3" clrIdx="1"/>
  <p:cmAuthor id="673" name="未知用户216" initials="未" lastIdx="1" clrIdx="0"/>
  <p:cmAuthor id="674" name="孟连磊" initials="孟" lastIdx="1" clrIdx="0"/>
  <p:cmAuthor id="394525608" name="仇怿俊" initials="仇" lastIdx="0" clrIdx="0"/>
  <p:cmAuthor id="676" name="未知的使用者177" initials="未" lastIdx="8" clrIdx="0"/>
  <p:cmAuthor id="394525609" name="mei shuo" initials="mei shuo" lastIdx="1" clrIdx="24"/>
  <p:cmAuthor id="394525610" name="dengwanting" initials="d" lastIdx="1" clrIdx="50"/>
  <p:cmAuthor id="677" name="未知用户354" initials="未" lastIdx="1" clrIdx="0"/>
  <p:cmAuthor id="678" name="未知的使用者221" initials="未" lastIdx="1" clrIdx="0"/>
  <p:cmAuthor id="681" name="winner1 chan" initials="wc" lastIdx="1" clrIdx="334"/>
  <p:cmAuthor id="682" name="未知用户332" initials="未" lastIdx="1" clrIdx="0"/>
  <p:cmAuthor id="683" name="未知用户217" initials="未" lastIdx="1" clrIdx="0"/>
  <p:cmAuthor id="684" name="未知用户272" initials="未" lastIdx="10" clrIdx="0"/>
  <p:cmAuthor id="685" name="俊晔 邱" initials="俊" lastIdx="1" clrIdx="87"/>
  <p:cmAuthor id="686" name="annie.gts@outlook.com" initials="a" lastIdx="2" clrIdx="0"/>
  <p:cmAuthor id="687" name="杨 升格" initials="杨" lastIdx="2" clrIdx="0"/>
  <p:cmAuthor id="689" name="cy" initials="c" lastIdx="1" clrIdx="76"/>
  <p:cmAuthor id="691" name="璇 安" initials="璇" lastIdx="9" clrIdx="85"/>
  <p:cmAuthor id="47245819" name="群智集" initials="群" lastIdx="0" clrIdx="0"/>
  <p:cmAuthor id="692" name="未知用户214" initials="未" lastIdx="2" clrIdx="0"/>
  <p:cmAuthor id="47245820" name="郏 鹏" initials="郏" lastIdx="1" clrIdx="16"/>
  <p:cmAuthor id="693" name="lxm" initials="l" lastIdx="1" clrIdx="413"/>
  <p:cmAuthor id="47245821" name="郏鹏" initials="M" lastIdx="1" clrIdx="17"/>
  <p:cmAuthor id="694" name="未知用户231" initials="未" lastIdx="1" clrIdx="0"/>
  <p:cmAuthor id="696" name="yesg" initials="y" lastIdx="1" clrIdx="0"/>
  <p:cmAuthor id="699" name="未知用户277" initials="未" lastIdx="1" clrIdx="1"/>
  <p:cmAuthor id="700" name="soling" initials="s" lastIdx="1" clrIdx="2"/>
  <p:cmAuthor id="701" name="李 骁" initials="李" lastIdx="1" clrIdx="0"/>
  <p:cmAuthor id="703" name="未知的使用者96" initials="未" lastIdx="2" clrIdx="0"/>
  <p:cmAuthor id="704" name="未知用户260" initials="未" lastIdx="2" clrIdx="0"/>
  <p:cmAuthor id="705" name="未知用户261" initials="未" lastIdx="1" clrIdx="0"/>
  <p:cmAuthor id="706" name="未知用户262" initials="未" lastIdx="1" clrIdx="0"/>
  <p:cmAuthor id="707" name="未知用户263" initials="未" lastIdx="8" clrIdx="0"/>
  <p:cmAuthor id="708" name="未知用户248" initials="未" lastIdx="1" clrIdx="0"/>
  <p:cmAuthor id="709" name="未知用户249" initials="未" lastIdx="1" clrIdx="0"/>
  <p:cmAuthor id="711" name="未知用户315" initials="未" lastIdx="0" clrIdx="0"/>
  <p:cmAuthor id="712" name="未知用户316" initials="未" lastIdx="1" clrIdx="0"/>
  <p:cmAuthor id="713" name="未知用户317" initials="未" lastIdx="10" clrIdx="0"/>
  <p:cmAuthor id="714" name="未知用户318" initials="未" lastIdx="0" clrIdx="1"/>
  <p:cmAuthor id="716" name="chen hui" initials="c" lastIdx="1" clrIdx="87"/>
  <p:cmAuthor id="717" name="未知用户244" initials="未" lastIdx="1" clrIdx="0"/>
  <p:cmAuthor id="718" name="未知用户322" initials="未" lastIdx="10" clrIdx="0"/>
  <p:cmAuthor id="719" name="未知用户323" initials="未" lastIdx="1" clrIdx="0"/>
  <p:cmAuthor id="720" name="未知用户324" initials="未" lastIdx="3" clrIdx="1"/>
  <p:cmAuthor id="29922660" name="杨强" initials="杨" lastIdx="0" clrIdx="0"/>
  <p:cmAuthor id="721" name="wangxinhui" initials="w" lastIdx="1" clrIdx="0"/>
  <p:cmAuthor id="29922661" name="檀晟 陈" initials="檀晟" lastIdx="1" clrIdx="10"/>
  <p:cmAuthor id="723" name="未知用户363" initials="未" lastIdx="6" clrIdx="0"/>
  <p:cmAuthor id="724" name="未知用户459" initials="未" lastIdx="1" clrIdx="84"/>
  <p:cmAuthor id="725" name="未知用户470" initials="未" lastIdx="1" clrIdx="0"/>
  <p:cmAuthor id="726" name="未知用户325" initials="未" lastIdx="1" clrIdx="1"/>
  <p:cmAuthor id="727" name="未知用户326" initials="未" lastIdx="1" clrIdx="0"/>
  <p:cmAuthor id="728" name="未知用户365" initials="未" lastIdx="1" clrIdx="0"/>
  <p:cmAuthor id="729" name="未知用户460" initials="未" lastIdx="1" clrIdx="0"/>
  <p:cmAuthor id="730" name="未知用户366" initials="未" lastIdx="3" clrIdx="1"/>
  <p:cmAuthor id="731" name="未知用户461" initials="未" lastIdx="10" clrIdx="0"/>
  <p:cmAuthor id="732" name="未知用户367" initials="未" lastIdx="10" clrIdx="0"/>
  <p:cmAuthor id="733" name="未知用户462" initials="未" lastIdx="1" clrIdx="1"/>
  <p:cmAuthor id="734" name="未知用户463" initials="未" lastIdx="1" clrIdx="0"/>
  <p:cmAuthor id="735" name="未知用户368" initials="未" lastIdx="1" clrIdx="0"/>
  <p:cmAuthor id="736" name="未知用户464" initials="未" lastIdx="1" clrIdx="0"/>
  <p:cmAuthor id="737" name="未知用户369" initials="未" lastIdx="1" clrIdx="0"/>
  <p:cmAuthor id="738" name="未知用户465" initials="未" lastIdx="1" clrIdx="78"/>
  <p:cmAuthor id="739" name="未知用户466" initials="未" lastIdx="1" clrIdx="0"/>
  <p:cmAuthor id="740" name="未知用户467" initials="未" lastIdx="3" clrIdx="1"/>
  <p:cmAuthor id="741" name="未知用户468" initials="未" lastIdx="1" clrIdx="0"/>
  <p:cmAuthor id="742" name="未知用户426" initials="未" lastIdx="1" clrIdx="0"/>
  <p:cmAuthor id="743" name="未知用户371" initials="未" lastIdx="1" clrIdx="1"/>
  <p:cmAuthor id="744" name="未知用户372" initials="未" lastIdx="1" clrIdx="0"/>
  <p:cmAuthor id="745" name="未知用户373" initials="未" lastIdx="8" clrIdx="0"/>
  <p:cmAuthor id="746" name="未知用户374" initials="未" lastIdx="2" clrIdx="0"/>
  <p:cmAuthor id="747" name="未知用户469" initials="未" lastIdx="1" clrIdx="0"/>
  <p:cmAuthor id="748" name="未知用户427" initials="未" lastIdx="8" clrIdx="0"/>
  <p:cmAuthor id="749" name="未知用户375" initials="未" lastIdx="8" clrIdx="0"/>
  <p:cmAuthor id="750" name="未知用户376" initials="未" lastIdx="1" clrIdx="0"/>
  <p:cmAuthor id="751" name="未知用户377" initials="未" lastIdx="1" clrIdx="0"/>
  <p:cmAuthor id="752" name="未知用户428" initials="未" lastIdx="8" clrIdx="0"/>
  <p:cmAuthor id="753" name="未知用户378" initials="未" lastIdx="1" clrIdx="0"/>
  <p:cmAuthor id="754" name="未知用户379" initials="未" lastIdx="1" clrIdx="0"/>
  <p:cmAuthor id="755" name="未知用户339" initials="未" lastIdx="1" clrIdx="0"/>
  <p:cmAuthor id="756" name="未知用户380" initials="未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FFFFFF"/>
    <a:srgbClr val="F5B482"/>
    <a:srgbClr val="FCE9EB"/>
    <a:srgbClr val="F4F8FC"/>
    <a:srgbClr val="DCDCDC"/>
    <a:srgbClr val="F0F0F0"/>
    <a:srgbClr val="E6E6E6"/>
    <a:srgbClr val="C8C8C8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1942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7.xml"/><Relationship Id="rId4" Type="http://schemas.openxmlformats.org/officeDocument/2006/relationships/slide" Target="slides/slide6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commentAuthors" Target="commentAuthors.xml"/><Relationship Id="rId15" Type="http://schemas.openxmlformats.org/officeDocument/2006/relationships/tags" Target="tags/tag81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spPr>
            <a:solidFill>
              <a:srgbClr val="A6A6A6"/>
            </a:solidFill>
          </c:spPr>
          <c:invertIfNegative val="0"/>
          <c:dPt>
            <c:idx val="8"/>
            <c:invertIfNegative val="0"/>
            <c:spPr>
              <a:solidFill>
                <a:srgbClr val="C00000"/>
              </a:solidFill>
            </c:spPr>
          </c:dPt>
          <c:dLbls>
            <c:dLbl>
              <c:idx val="8"/>
              <c:numFmt formatCode="0.00" sourceLinked="0"/>
              <c:spPr/>
              <c:txPr>
                <a:bodyPr/>
                <a:lstStyle/>
                <a:p>
                  <a:pPr>
                    <a:defRPr b="1" sz="1000">
                      <a:solidFill>
                        <a:srgbClr val="C00000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0" sourceLinked="0"/>
            <c:txPr>
              <a:bodyPr/>
              <a:lstStyle/>
              <a:p>
                <a:pPr>
                  <a:defRPr sz="1000">
                    <a:solidFill>
                      <a:srgbClr val="262626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1月</c:v>
                </c:pt>
                <c:pt idx="1">
                  <c:v>2月</c:v>
                </c:pt>
                <c:pt idx="2">
                  <c:v>3月</c:v>
                </c:pt>
                <c:pt idx="3">
                  <c:v>4月</c:v>
                </c:pt>
                <c:pt idx="4">
                  <c:v>5月</c:v>
                </c:pt>
                <c:pt idx="5">
                  <c:v>6月</c:v>
                </c:pt>
                <c:pt idx="6">
                  <c:v>7月</c:v>
                </c:pt>
                <c:pt idx="7">
                  <c:v>8月</c:v>
                </c:pt>
                <c:pt idx="8">
                  <c:v>9月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4.12</c:v>
                </c:pt>
                <c:pt idx="1">
                  <c:v>4.05</c:v>
                </c:pt>
                <c:pt idx="2">
                  <c:v>4.31</c:v>
                </c:pt>
                <c:pt idx="3">
                  <c:v>4.28</c:v>
                </c:pt>
                <c:pt idx="4">
                  <c:v>4.33</c:v>
                </c:pt>
                <c:pt idx="5">
                  <c:v>4.36</c:v>
                </c:pt>
                <c:pt idx="6">
                  <c:v>4.29</c:v>
                </c:pt>
                <c:pt idx="7">
                  <c:v>4.4</c:v>
                </c:pt>
                <c:pt idx="8">
                  <c:v>4.48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9D9D9"/>
            </a:solidFill>
          </a:ln>
        </c:spPr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/>
        <c:axPos val="l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62626"/>
          </a:solidFill>
          <a:latin typeface="微软雅黑"/>
          <a:ea typeface="微软雅黑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3" Type="http://schemas.openxmlformats.org/officeDocument/2006/relationships/tags" Target="../tags/tag12.xml"/><Relationship Id="rId4" Type="http://schemas.openxmlformats.org/officeDocument/2006/relationships/tags" Target="../tags/tag13.xml"/><Relationship Id="rId5" Type="http://schemas.openxmlformats.org/officeDocument/2006/relationships/tags" Target="../tags/tag14.xml"/><Relationship Id="rId6" Type="http://schemas.openxmlformats.org/officeDocument/2006/relationships/tags" Target="../tags/tag15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3" Type="http://schemas.openxmlformats.org/officeDocument/2006/relationships/tags" Target="../tags/tag17.xml"/><Relationship Id="rId4" Type="http://schemas.openxmlformats.org/officeDocument/2006/relationships/tags" Target="../tags/tag18.xml"/><Relationship Id="rId5" Type="http://schemas.openxmlformats.org/officeDocument/2006/relationships/tags" Target="../tags/tag19.xml"/><Relationship Id="rId6" Type="http://schemas.openxmlformats.org/officeDocument/2006/relationships/tags" Target="../tags/tag20.xml"/><Relationship Id="rId7" Type="http://schemas.openxmlformats.org/officeDocument/2006/relationships/tags" Target="../tags/tag2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22.xml"/><Relationship Id="rId3" Type="http://schemas.openxmlformats.org/officeDocument/2006/relationships/tags" Target="../tags/tag23.xml"/><Relationship Id="rId4" Type="http://schemas.openxmlformats.org/officeDocument/2006/relationships/tags" Target="../tags/tag24.xml"/><Relationship Id="rId5" Type="http://schemas.openxmlformats.org/officeDocument/2006/relationships/tags" Target="../tags/tag25.xml"/><Relationship Id="rId6" Type="http://schemas.openxmlformats.org/officeDocument/2006/relationships/tags" Target="../tags/tag26.xml"/><Relationship Id="rId7" Type="http://schemas.openxmlformats.org/officeDocument/2006/relationships/tags" Target="../tags/tag27.xml"/><Relationship Id="rId8" Type="http://schemas.openxmlformats.org/officeDocument/2006/relationships/tags" Target="../tags/tag28.xml"/><Relationship Id="rId9" Type="http://schemas.openxmlformats.org/officeDocument/2006/relationships/tags" Target="../tags/tag29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0.xml"/><Relationship Id="rId3" Type="http://schemas.openxmlformats.org/officeDocument/2006/relationships/tags" Target="../tags/tag31.xml"/><Relationship Id="rId4" Type="http://schemas.openxmlformats.org/officeDocument/2006/relationships/tags" Target="../tags/tag32.xml"/><Relationship Id="rId5" Type="http://schemas.openxmlformats.org/officeDocument/2006/relationships/tags" Target="../tags/tag3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4.xml"/><Relationship Id="rId3" Type="http://schemas.openxmlformats.org/officeDocument/2006/relationships/tags" Target="../tags/tag35.xml"/><Relationship Id="rId4" Type="http://schemas.openxmlformats.org/officeDocument/2006/relationships/tags" Target="../tags/tag3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37.xml"/><Relationship Id="rId3" Type="http://schemas.openxmlformats.org/officeDocument/2006/relationships/tags" Target="../tags/tag38.xml"/><Relationship Id="rId4" Type="http://schemas.openxmlformats.org/officeDocument/2006/relationships/tags" Target="../tags/tag39.xml"/><Relationship Id="rId5" Type="http://schemas.openxmlformats.org/officeDocument/2006/relationships/tags" Target="../tags/tag40.xml"/><Relationship Id="rId6" Type="http://schemas.openxmlformats.org/officeDocument/2006/relationships/tags" Target="../tags/tag41.xml"/><Relationship Id="rId7" Type="http://schemas.openxmlformats.org/officeDocument/2006/relationships/tags" Target="../tags/tag4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3" Type="http://schemas.openxmlformats.org/officeDocument/2006/relationships/tags" Target="../tags/tag44.xml"/><Relationship Id="rId4" Type="http://schemas.openxmlformats.org/officeDocument/2006/relationships/tags" Target="../tags/tag45.xml"/><Relationship Id="rId5" Type="http://schemas.openxmlformats.org/officeDocument/2006/relationships/tags" Target="../tags/tag46.xml"/><Relationship Id="rId6" Type="http://schemas.openxmlformats.org/officeDocument/2006/relationships/tags" Target="../tags/tag47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48.xml"/><Relationship Id="rId3" Type="http://schemas.openxmlformats.org/officeDocument/2006/relationships/tags" Target="../tags/tag49.xml"/><Relationship Id="rId4" Type="http://schemas.openxmlformats.org/officeDocument/2006/relationships/tags" Target="../tags/tag50.xml"/><Relationship Id="rId5" Type="http://schemas.openxmlformats.org/officeDocument/2006/relationships/tags" Target="../tags/tag5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2.xml"/><Relationship Id="rId3" Type="http://schemas.openxmlformats.org/officeDocument/2006/relationships/tags" Target="../tags/tag53.xml"/><Relationship Id="rId4" Type="http://schemas.openxmlformats.org/officeDocument/2006/relationships/tags" Target="../tags/tag54.xml"/><Relationship Id="rId5" Type="http://schemas.openxmlformats.org/officeDocument/2006/relationships/tags" Target="../tags/tag55.xml"/><Relationship Id="rId6" Type="http://schemas.openxmlformats.org/officeDocument/2006/relationships/tags" Target="../tags/tag56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冬奥联通版范例一-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五边形 4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fld id="{C423A7C8-C25D-4E22-8ACD-7457FC68960C}" type="slidenum">
              <a:rPr lang="zh-CN" altLang="en-US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Arial Unicode MS" panose="020B0604020202020204" charset="-122"/>
                <a:cs typeface="Times New Roman" panose="02020503050405090304" pitchFamily="18" charset="0"/>
              </a:rPr>
            </a:fld>
            <a:endParaRPr lang="zh-CN" altLang="en-US" sz="1400" b="0" kern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446" y="0"/>
            <a:ext cx="1000503" cy="633803"/>
          </a:xfrm>
          <a:prstGeom prst="rect">
            <a:avLst/>
          </a:prstGeom>
        </p:spPr>
      </p:pic>
      <p:sp>
        <p:nvSpPr>
          <p:cNvPr id="3" name="文本框 2"/>
          <p:cNvSpPr txBox="1"/>
          <p:nvPr userDrawn="1"/>
        </p:nvSpPr>
        <p:spPr>
          <a:xfrm>
            <a:off x="9124488" y="18661"/>
            <a:ext cx="1250461" cy="7091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五边形 5"/>
          <p:cNvSpPr/>
          <p:nvPr userDrawn="1"/>
        </p:nvSpPr>
        <p:spPr>
          <a:xfrm flipH="1">
            <a:off x="11403013" y="6286500"/>
            <a:ext cx="739775" cy="504825"/>
          </a:xfrm>
          <a:prstGeom prst="homePlate">
            <a:avLst/>
          </a:prstGeom>
          <a:noFill/>
          <a:ln w="25400" cap="flat" cmpd="sng" algn="ctr">
            <a:noFill/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>
              <a:defRPr/>
            </a:pPr>
            <a:fld id="{C423A7C8-C25D-4E22-8ACD-7457FC68960C}" type="slidenum">
              <a:rPr lang="zh-CN" altLang="en-US" sz="1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503050405090304" pitchFamily="18" charset="0"/>
                <a:ea typeface="Arial Unicode MS" panose="020B0604020202020204" charset="-122"/>
                <a:cs typeface="Times New Roman" panose="02020503050405090304" pitchFamily="18" charset="0"/>
              </a:rPr>
            </a:fld>
            <a:endParaRPr lang="zh-CN" altLang="en-US" sz="1400" b="0" kern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503050405090304" pitchFamily="18" charset="0"/>
              <a:ea typeface="宋体" pitchFamily="2" charset="-122"/>
              <a:cs typeface="Times New Roman" panose="02020503050405090304" pitchFamily="18" charset="0"/>
            </a:endParaRPr>
          </a:p>
        </p:txBody>
      </p:sp>
      <p:pic>
        <p:nvPicPr>
          <p:cNvPr id="9" name="图片 8" descr="7"/>
          <p:cNvPicPr>
            <a:picLocks noChangeAspect="1"/>
          </p:cNvPicPr>
          <p:nvPr userDrawn="1"/>
        </p:nvPicPr>
        <p:blipFill rotWithShape="1">
          <a:blip r:embed="rId2"/>
          <a:srcRect r="28076"/>
          <a:stretch>
            <a:fillRect/>
          </a:stretch>
        </p:blipFill>
        <p:spPr>
          <a:xfrm>
            <a:off x="0" y="580235"/>
            <a:ext cx="12192000" cy="26047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4446" y="0"/>
            <a:ext cx="1000503" cy="633803"/>
          </a:xfrm>
          <a:prstGeom prst="rect">
            <a:avLst/>
          </a:prstGeom>
        </p:spPr>
      </p:pic>
      <p:sp>
        <p:nvSpPr>
          <p:cNvPr id="7" name="文本框 6"/>
          <p:cNvSpPr txBox="1"/>
          <p:nvPr userDrawn="1"/>
        </p:nvSpPr>
        <p:spPr>
          <a:xfrm>
            <a:off x="9124488" y="18661"/>
            <a:ext cx="1250461" cy="70912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374949" y="213360"/>
            <a:ext cx="1558261" cy="45854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联通版-分隔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0" y="-24673"/>
            <a:ext cx="12306062" cy="6907346"/>
            <a:chOff x="0" y="-24673"/>
            <a:chExt cx="12306062" cy="6907346"/>
          </a:xfrm>
        </p:grpSpPr>
        <p:pic>
          <p:nvPicPr>
            <p:cNvPr id="7" name="Picture 2"/>
            <p:cNvPicPr>
              <a:picLocks noChangeAspect="1"/>
            </p:cNvPicPr>
            <p:nvPr userDrawn="1"/>
          </p:nvPicPr>
          <p:blipFill rotWithShape="1">
            <a:blip r:embed="rId2"/>
            <a:srcRect l="3952" t="11446" b="11445"/>
            <a:stretch>
              <a:fillRect/>
            </a:stretch>
          </p:blipFill>
          <p:spPr>
            <a:xfrm>
              <a:off x="0" y="-24673"/>
              <a:ext cx="9173818" cy="6907346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 userDrawn="1"/>
          </p:nvSpPr>
          <p:spPr>
            <a:xfrm>
              <a:off x="9006808" y="-1"/>
              <a:ext cx="3299254" cy="6882673"/>
            </a:xfrm>
            <a:prstGeom prst="rect">
              <a:avLst/>
            </a:prstGeom>
            <a:solidFill>
              <a:srgbClr val="F1EBE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1168400" y="1812930"/>
            <a:ext cx="10515600" cy="1325563"/>
          </a:xfrm>
        </p:spPr>
        <p:txBody>
          <a:bodyPr lIns="0" tIns="0" rIns="0" bIns="0" anchor="b" anchorCtr="0">
            <a:normAutofit/>
          </a:bodyPr>
          <a:lstStyle>
            <a:lvl1pPr marL="0" indent="0" algn="r">
              <a:buNone/>
              <a:defRPr sz="3200" baseline="0"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第一部分</a:t>
            </a:r>
            <a:endParaRPr lang="en-US" dirty="0"/>
          </a:p>
        </p:txBody>
      </p:sp>
      <p:sp>
        <p:nvSpPr>
          <p:cNvPr id="12" name="Text Placeholder 17"/>
          <p:cNvSpPr>
            <a:spLocks noGrp="1"/>
          </p:cNvSpPr>
          <p:nvPr>
            <p:ph type="body" sz="quarter" idx="13" hasCustomPrompt="1"/>
          </p:nvPr>
        </p:nvSpPr>
        <p:spPr>
          <a:xfrm>
            <a:off x="1168400" y="3333717"/>
            <a:ext cx="10515600" cy="277584"/>
          </a:xfrm>
        </p:spPr>
        <p:txBody>
          <a:bodyPr lIns="0" tIns="0" rIns="0" bIns="0">
            <a:normAutofit/>
          </a:bodyPr>
          <a:lstStyle>
            <a:lvl1pPr marL="0" indent="0" algn="r">
              <a:buNone/>
              <a:defRPr sz="2100" baseline="0">
                <a:solidFill>
                  <a:schemeClr val="tx1"/>
                </a:solidFill>
                <a:latin typeface="Helvetica" pitchFamily="2" charset="0"/>
                <a:ea typeface="汉仪大黑简" panose="02010600000101010101" pitchFamily="2" charset="-122"/>
              </a:defRPr>
            </a:lvl1pPr>
          </a:lstStyle>
          <a:p>
            <a:pPr lvl="0"/>
            <a:r>
              <a:rPr lang="zh-CN" altLang="en-US" dirty="0"/>
              <a:t>部分标题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ags" Target="../tags/tag57.xml"/><Relationship Id="rId16" Type="http://schemas.openxmlformats.org/officeDocument/2006/relationships/tags" Target="../tags/tag58.xml"/><Relationship Id="rId17" Type="http://schemas.openxmlformats.org/officeDocument/2006/relationships/tags" Target="../tags/tag59.xml"/><Relationship Id="rId18" Type="http://schemas.openxmlformats.org/officeDocument/2006/relationships/tags" Target="../tags/tag60.xml"/><Relationship Id="rId19" Type="http://schemas.openxmlformats.org/officeDocument/2006/relationships/tags" Target="../tags/tag61.xml"/><Relationship Id="rId20" Type="http://schemas.openxmlformats.org/officeDocument/2006/relationships/tags" Target="../tags/tag62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7" name="组合 6"/>
          <p:cNvGrpSpPr/>
          <p:nvPr userDrawn="1"/>
        </p:nvGrpSpPr>
        <p:grpSpPr>
          <a:xfrm>
            <a:off x="-497013" y="152028"/>
            <a:ext cx="368567" cy="4243767"/>
            <a:chOff x="-712674" y="221039"/>
            <a:chExt cx="596841" cy="6303760"/>
          </a:xfrm>
        </p:grpSpPr>
        <p:sp>
          <p:nvSpPr>
            <p:cNvPr id="8" name="矩形 7"/>
            <p:cNvSpPr/>
            <p:nvPr userDrawn="1"/>
          </p:nvSpPr>
          <p:spPr>
            <a:xfrm>
              <a:off x="-703385" y="736855"/>
              <a:ext cx="539263" cy="515816"/>
            </a:xfrm>
            <a:prstGeom prst="rect">
              <a:avLst/>
            </a:prstGeom>
            <a:solidFill>
              <a:srgbClr val="E5004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9" name="矩形 8"/>
            <p:cNvSpPr/>
            <p:nvPr userDrawn="1"/>
          </p:nvSpPr>
          <p:spPr>
            <a:xfrm>
              <a:off x="-703385" y="221039"/>
              <a:ext cx="539263" cy="515816"/>
            </a:xfrm>
            <a:prstGeom prst="rect">
              <a:avLst/>
            </a:prstGeom>
            <a:solidFill>
              <a:srgbClr val="01B4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0" name="矩形 9"/>
            <p:cNvSpPr/>
            <p:nvPr userDrawn="1"/>
          </p:nvSpPr>
          <p:spPr>
            <a:xfrm>
              <a:off x="-698542" y="1333986"/>
              <a:ext cx="539263" cy="515816"/>
            </a:xfrm>
            <a:prstGeom prst="rect">
              <a:avLst/>
            </a:prstGeom>
            <a:solidFill>
              <a:srgbClr val="2A7F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1" name="文本框 10"/>
            <p:cNvSpPr txBox="1"/>
            <p:nvPr userDrawn="1"/>
          </p:nvSpPr>
          <p:spPr>
            <a:xfrm>
              <a:off x="-705606" y="1842972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主色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2" name="矩形 11"/>
            <p:cNvSpPr/>
            <p:nvPr userDrawn="1"/>
          </p:nvSpPr>
          <p:spPr>
            <a:xfrm>
              <a:off x="-698542" y="2208116"/>
              <a:ext cx="539263" cy="515816"/>
            </a:xfrm>
            <a:prstGeom prst="rect">
              <a:avLst/>
            </a:prstGeom>
            <a:solidFill>
              <a:srgbClr val="015D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3" name="文本框 12"/>
            <p:cNvSpPr txBox="1"/>
            <p:nvPr userDrawn="1"/>
          </p:nvSpPr>
          <p:spPr>
            <a:xfrm>
              <a:off x="-705607" y="2709729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辅色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-698542" y="3082246"/>
              <a:ext cx="539263" cy="515816"/>
            </a:xfrm>
            <a:prstGeom prst="rect">
              <a:avLst/>
            </a:prstGeom>
            <a:solidFill>
              <a:srgbClr val="FCB54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5" name="文本框 14"/>
            <p:cNvSpPr txBox="1"/>
            <p:nvPr userDrawn="1"/>
          </p:nvSpPr>
          <p:spPr>
            <a:xfrm>
              <a:off x="-705609" y="3593000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强调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6" name="矩形 15"/>
            <p:cNvSpPr/>
            <p:nvPr userDrawn="1"/>
          </p:nvSpPr>
          <p:spPr>
            <a:xfrm>
              <a:off x="-698542" y="3960457"/>
              <a:ext cx="539263" cy="515816"/>
            </a:xfrm>
            <a:prstGeom prst="rect">
              <a:avLst/>
            </a:prstGeom>
            <a:solidFill>
              <a:srgbClr val="CDB97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7" name="文本框 16"/>
            <p:cNvSpPr txBox="1"/>
            <p:nvPr userDrawn="1"/>
          </p:nvSpPr>
          <p:spPr>
            <a:xfrm>
              <a:off x="-705609" y="4471213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18" name="矩形 17"/>
            <p:cNvSpPr/>
            <p:nvPr userDrawn="1"/>
          </p:nvSpPr>
          <p:spPr>
            <a:xfrm>
              <a:off x="-705608" y="4838668"/>
              <a:ext cx="539263" cy="515816"/>
            </a:xfrm>
            <a:prstGeom prst="rect">
              <a:avLst/>
            </a:prstGeom>
            <a:solidFill>
              <a:srgbClr val="B2842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19" name="文本框 18"/>
            <p:cNvSpPr txBox="1"/>
            <p:nvPr userDrawn="1"/>
          </p:nvSpPr>
          <p:spPr>
            <a:xfrm>
              <a:off x="-712674" y="5349423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  <p:sp>
          <p:nvSpPr>
            <p:cNvPr id="20" name="矩形 19"/>
            <p:cNvSpPr/>
            <p:nvPr userDrawn="1"/>
          </p:nvSpPr>
          <p:spPr>
            <a:xfrm>
              <a:off x="-705608" y="5716879"/>
              <a:ext cx="539263" cy="515816"/>
            </a:xfrm>
            <a:prstGeom prst="rect">
              <a:avLst/>
            </a:prstGeom>
            <a:solidFill>
              <a:srgbClr val="A1C8C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1100" b="1"/>
            </a:p>
          </p:txBody>
        </p:sp>
        <p:sp>
          <p:nvSpPr>
            <p:cNvPr id="21" name="文本框 20"/>
            <p:cNvSpPr txBox="1"/>
            <p:nvPr userDrawn="1"/>
          </p:nvSpPr>
          <p:spPr>
            <a:xfrm>
              <a:off x="-712674" y="6227634"/>
              <a:ext cx="589773" cy="2971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700" b="1" dirty="0">
                  <a:latin typeface="+mn-ea"/>
                  <a:ea typeface="+mn-ea"/>
                </a:rPr>
                <a:t>点缀</a:t>
              </a:r>
              <a:endParaRPr lang="zh-CN" altLang="en-US" sz="700" b="1" dirty="0">
                <a:latin typeface="+mn-ea"/>
                <a:ea typeface="+mn-ea"/>
              </a:endParaRPr>
            </a:p>
          </p:txBody>
        </p:sp>
      </p:grpSp>
    </p:spTree>
    <p:custDataLst>
      <p:tags r:id="rId20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unico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0728" y="548640"/>
            <a:ext cx="3406140" cy="1002313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1510589" y="2656332"/>
            <a:ext cx="0" cy="2994660"/>
          </a:xfrm>
          <a:prstGeom prst="line">
            <a:avLst/>
          </a:prstGeom>
          <a:ln w="57150" cmpd="thinThick">
            <a:solidFill>
              <a:srgbClr val="EE0000"/>
            </a:solidFill>
          </a:ln>
        </p:spPr>
      </p:cxnSp>
      <p:sp>
        <p:nvSpPr>
          <p:cNvPr id="4" name="TextBox 3"/>
          <p:cNvSpPr txBox="1"/>
          <p:nvPr/>
        </p:nvSpPr>
        <p:spPr>
          <a:xfrm>
            <a:off x="1810512" y="2633472"/>
            <a:ext cx="9966960" cy="835914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0" indent="0">
              <a:lnSpc>
                <a:spcPct val="105000"/>
              </a:lnSpc>
              <a:buNone/>
            </a:pPr>
            <a:r>
              <a:rPr lang="zh-CN" altLang="en-US" sz="4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2025年1-9月经营分析报告</a:t>
            </a:r>
            <a:endParaRPr sz="4400"/>
          </a:p>
        </p:txBody>
      </p:sp>
      <p:sp>
        <p:nvSpPr>
          <p:cNvPr id="5" name="TextBox 4"/>
          <p:cNvSpPr txBox="1"/>
          <p:nvPr/>
        </p:nvSpPr>
        <p:spPr>
          <a:xfrm>
            <a:off x="1892808" y="4745736"/>
            <a:ext cx="822960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示例市分公司 市场部</a:t>
            </a:r>
            <a:endParaRPr sz="2200"/>
          </a:p>
        </p:txBody>
      </p:sp>
      <p:sp>
        <p:nvSpPr>
          <p:cNvPr id="6" name="TextBox 5"/>
          <p:cNvSpPr txBox="1"/>
          <p:nvPr/>
        </p:nvSpPr>
        <p:spPr>
          <a:xfrm>
            <a:off x="1892808" y="5175504"/>
            <a:ext cx="8229600" cy="429768"/>
          </a:xfrm>
          <a:prstGeom prst="rect">
            <a:avLst/>
          </a:prstGeom>
          <a:noFill/>
        </p:spPr>
        <p:txBody>
          <a:bodyPr wrap="square" lIns="45720" tIns="18288" rIns="45720" bIns="18288" anchor="t">
            <a:noAutofit/>
          </a:bodyPr>
          <a:lstStyle/>
          <a:p>
            <a:pPr algn="l" marL="0" indent="0">
              <a:lnSpc>
                <a:spcPct val="100000"/>
              </a:lnSpc>
              <a:buNone/>
            </a:pPr>
            <a:r>
              <a:rPr lang="zh-CN" altLang="en-US" sz="2200" b="1">
                <a:solidFill>
                  <a:srgbClr val="808080"/>
                </a:solidFill>
                <a:latin typeface="微软雅黑"/>
                <a:ea typeface="微软雅黑"/>
                <a:cs typeface="微软雅黑"/>
              </a:rPr>
              <a:t>2025年10月</a:t>
            </a:r>
            <a:endParaRPr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核心结论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800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800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前三季度收入稳中有进，但完成率落后时序</a:t>
            </a:r>
            <a:r>
              <a:rPr lang="zh-CN" altLang="en-US" sz="15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−1.9pp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、宽带渗透率持续下滑，四季度须聚焦存量维系与落后区县追赶</a:t>
            </a:r>
            <a:endParaRPr sz="1500"/>
          </a:p>
        </p:txBody>
      </p:sp>
      <p:sp>
        <p:nvSpPr>
          <p:cNvPr id="6" name="Rectangle 5"/>
          <p:cNvSpPr/>
          <p:nvPr/>
        </p:nvSpPr>
        <p:spPr>
          <a:xfrm>
            <a:off x="274320" y="1604772"/>
            <a:ext cx="11640312" cy="1443228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75488" y="2125218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  <a:endParaRPr sz="1300"/>
          </a:p>
        </p:txBody>
      </p:sp>
      <p:sp>
        <p:nvSpPr>
          <p:cNvPr id="8" name="TextBox 7"/>
          <p:cNvSpPr txBox="1"/>
          <p:nvPr/>
        </p:nvSpPr>
        <p:spPr>
          <a:xfrm>
            <a:off x="1051560" y="1659636"/>
            <a:ext cx="8348472" cy="13335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收入稳中有进，全年目标承压</a:t>
            </a:r>
            <a:endParaRPr sz="1600"/>
          </a:p>
          <a:p>
            <a:pPr algn="l"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1-9月收入</a:t>
            </a: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38.62亿元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，同比</a:t>
            </a: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+4.8%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，领先全省</a:t>
            </a: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+0.9pp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；完成率73.1%，落后时序进度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−1.9pp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，四季度月均需达</a:t>
            </a: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4.74亿元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（较前三季度月均</a:t>
            </a: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+10.4%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）</a:t>
            </a:r>
            <a:endParaRPr sz="1300"/>
          </a:p>
        </p:txBody>
      </p:sp>
      <p:cxnSp>
        <p:nvCxnSpPr>
          <p:cNvPr id="9" name="Connector 8"/>
          <p:cNvCxnSpPr/>
          <p:nvPr/>
        </p:nvCxnSpPr>
        <p:spPr>
          <a:xfrm>
            <a:off x="9445752" y="1787652"/>
            <a:ext cx="0" cy="1077468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10" name="Rectangle 9"/>
          <p:cNvSpPr/>
          <p:nvPr/>
        </p:nvSpPr>
        <p:spPr>
          <a:xfrm>
            <a:off x="9582912" y="1696212"/>
            <a:ext cx="2194560" cy="12603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128016" tIns="91440" rIns="128016" bIns="73152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收入同比</a:t>
            </a:r>
          </a:p>
          <a:p>
            <a:pPr algn="ctr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+4.8%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12592"/>
            <a:ext cx="11640312" cy="1443228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75488" y="3733038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1300"/>
          </a:p>
        </p:txBody>
      </p:sp>
      <p:sp>
        <p:nvSpPr>
          <p:cNvPr id="13" name="TextBox 12"/>
          <p:cNvSpPr txBox="1"/>
          <p:nvPr/>
        </p:nvSpPr>
        <p:spPr>
          <a:xfrm>
            <a:off x="1051560" y="3267456"/>
            <a:ext cx="8348472" cy="13335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宽带渗透率下滑，拆机上升是首因</a:t>
            </a:r>
            <a:endParaRPr sz="1600"/>
          </a:p>
          <a:p>
            <a:pPr algn="l"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9月宽带渗透率41.2%，较年初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−1.3pp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；其中拆机上升贡献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−0.6pp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，新装不足贡献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−0.5pp</a:t>
            </a:r>
            <a:endParaRPr sz="1300"/>
          </a:p>
        </p:txBody>
      </p:sp>
      <p:cxnSp>
        <p:nvCxnSpPr>
          <p:cNvPr id="14" name="Connector 13"/>
          <p:cNvCxnSpPr/>
          <p:nvPr/>
        </p:nvCxnSpPr>
        <p:spPr>
          <a:xfrm>
            <a:off x="9445752" y="3395472"/>
            <a:ext cx="0" cy="1077468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15" name="Rectangle 14"/>
          <p:cNvSpPr/>
          <p:nvPr/>
        </p:nvSpPr>
        <p:spPr>
          <a:xfrm>
            <a:off x="9582912" y="3304032"/>
            <a:ext cx="2194560" cy="12603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128016" tIns="91440" rIns="128016" bIns="73152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渗透率较年初</a:t>
            </a:r>
          </a:p>
          <a:p>
            <a:pPr algn="ctr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28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−1.3pp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820412"/>
            <a:ext cx="11640312" cy="1443228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5488" y="5340858"/>
            <a:ext cx="402336" cy="402336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3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  <a:endParaRPr sz="1300"/>
          </a:p>
        </p:txBody>
      </p:sp>
      <p:sp>
        <p:nvSpPr>
          <p:cNvPr id="18" name="TextBox 17"/>
          <p:cNvSpPr txBox="1"/>
          <p:nvPr/>
        </p:nvSpPr>
        <p:spPr>
          <a:xfrm>
            <a:off x="1051560" y="4875276"/>
            <a:ext cx="8348472" cy="13335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zh-CN" altLang="en-US" sz="16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区县分化明显，E县、F县是追赶重点</a:t>
            </a:r>
            <a:endParaRPr sz="1600"/>
          </a:p>
          <a:p>
            <a:pPr algn="l" marL="0" indent="0">
              <a:lnSpc>
                <a:spcPct val="125000"/>
              </a:lnSpc>
              <a:spcAft>
                <a:spcPts val="400"/>
              </a:spcAft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仅A区完成率跑赢时序进度；E县、F县分别落后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−3.1pp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−5.9pp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，且F县收入同比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−0.7%</a:t>
            </a:r>
            <a:endParaRPr sz="1300"/>
          </a:p>
        </p:txBody>
      </p:sp>
      <p:cxnSp>
        <p:nvCxnSpPr>
          <p:cNvPr id="19" name="Connector 18"/>
          <p:cNvCxnSpPr/>
          <p:nvPr/>
        </p:nvCxnSpPr>
        <p:spPr>
          <a:xfrm>
            <a:off x="9445752" y="5003292"/>
            <a:ext cx="0" cy="1077468"/>
          </a:xfrm>
          <a:prstGeom prst="line">
            <a:avLst/>
          </a:prstGeom>
          <a:ln w="12700">
            <a:solidFill>
              <a:srgbClr val="D9D9D9"/>
            </a:solidFill>
          </a:ln>
        </p:spPr>
      </p:cxnSp>
      <p:sp>
        <p:nvSpPr>
          <p:cNvPr id="20" name="Rectangle 19"/>
          <p:cNvSpPr/>
          <p:nvPr/>
        </p:nvSpPr>
        <p:spPr>
          <a:xfrm>
            <a:off x="9582912" y="4911852"/>
            <a:ext cx="2194560" cy="12603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 wrap="square" lIns="128016" tIns="91440" rIns="128016" bIns="73152">
            <a:noAutofit/>
          </a:bodyPr>
          <a:lstStyle/>
          <a:p>
            <a:pPr algn="ctr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跑赢时序区县</a:t>
            </a:r>
          </a:p>
          <a:p>
            <a:pPr algn="ctr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28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1/6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数据来源：经分系统（示例数据）；统计口径：2025年1-9月累计，收入为不含税出账收入</a:t>
            </a:r>
            <a:endParaRPr sz="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28155" y="1937614"/>
            <a:ext cx="788213" cy="640080"/>
          </a:xfrm>
          <a:prstGeom prst="rect">
            <a:avLst/>
          </a:prstGeom>
          <a:solidFill>
            <a:srgbClr val="C00000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</a:t>
            </a:r>
            <a:endParaRPr sz="2800"/>
          </a:p>
        </p:txBody>
      </p:sp>
      <p:sp>
        <p:nvSpPr>
          <p:cNvPr id="3" name="Pentagon 2"/>
          <p:cNvSpPr/>
          <p:nvPr/>
        </p:nvSpPr>
        <p:spPr>
          <a:xfrm>
            <a:off x="7966253" y="1937614"/>
            <a:ext cx="3447288" cy="640080"/>
          </a:xfrm>
          <a:prstGeom prst="homePlate">
            <a:avLst>
              <a:gd name="adj" fmla="val 300"/>
            </a:avLst>
          </a:prstGeom>
          <a:solidFill>
            <a:srgbClr val="C00000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经营概览</a:t>
            </a:r>
            <a:endParaRPr sz="2800"/>
          </a:p>
        </p:txBody>
      </p:sp>
      <p:sp>
        <p:nvSpPr>
          <p:cNvPr id="4" name="Rectangle 3"/>
          <p:cNvSpPr/>
          <p:nvPr/>
        </p:nvSpPr>
        <p:spPr>
          <a:xfrm>
            <a:off x="6728155" y="3086100"/>
            <a:ext cx="788213" cy="640080"/>
          </a:xfrm>
          <a:prstGeom prst="rect">
            <a:avLst/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</a:t>
            </a:r>
            <a:endParaRPr sz="2800"/>
          </a:p>
        </p:txBody>
      </p:sp>
      <p:sp>
        <p:nvSpPr>
          <p:cNvPr id="5" name="Pentagon 4"/>
          <p:cNvSpPr/>
          <p:nvPr/>
        </p:nvSpPr>
        <p:spPr>
          <a:xfrm>
            <a:off x="7966253" y="3086100"/>
            <a:ext cx="3447288" cy="640080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问题诊断</a:t>
            </a:r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6728155" y="4234586"/>
            <a:ext cx="788213" cy="640080"/>
          </a:xfrm>
          <a:prstGeom prst="rect">
            <a:avLst/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</a:t>
            </a:r>
            <a:endParaRPr sz="2800"/>
          </a:p>
        </p:txBody>
      </p:sp>
      <p:sp>
        <p:nvSpPr>
          <p:cNvPr id="7" name="Pentagon 6"/>
          <p:cNvSpPr/>
          <p:nvPr/>
        </p:nvSpPr>
        <p:spPr>
          <a:xfrm>
            <a:off x="7966253" y="4234586"/>
            <a:ext cx="3447288" cy="640080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下一步举措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一、经营概览：收入稳中有进，全年目标承压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800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800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1-9月收入同比</a:t>
            </a:r>
            <a:r>
              <a:rPr lang="zh-CN" altLang="en-US"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+4.8%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、领先全省</a:t>
            </a:r>
            <a:r>
              <a:rPr lang="zh-CN" altLang="en-US" sz="15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+0.9pp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，但完成率落后时序</a:t>
            </a:r>
            <a:r>
              <a:rPr lang="zh-CN" altLang="en-US" sz="15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−1.9pp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，四季度月均收入需达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4.74亿元</a:t>
            </a:r>
            <a:endParaRPr sz="1500"/>
          </a:p>
        </p:txBody>
      </p:sp>
      <p:sp>
        <p:nvSpPr>
          <p:cNvPr id="6" name="Rectangle 5"/>
          <p:cNvSpPr/>
          <p:nvPr/>
        </p:nvSpPr>
        <p:spPr>
          <a:xfrm>
            <a:off x="274320" y="1604772"/>
            <a:ext cx="277291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28016" tIns="91440" rIns="128016" bIns="73152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营业收入（1-9月）</a:t>
            </a:r>
          </a:p>
          <a:p>
            <a:pPr algn="l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38.62</a:t>
            </a: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亿元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同比 </a:t>
            </a:r>
            <a:r>
              <a:rPr lang="zh-CN" altLang="en-US" sz="1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+4.8%</a:t>
            </a:r>
          </a:p>
        </p:txBody>
      </p:sp>
      <p:sp>
        <p:nvSpPr>
          <p:cNvPr id="7" name="Rectangle 6"/>
          <p:cNvSpPr/>
          <p:nvPr/>
        </p:nvSpPr>
        <p:spPr>
          <a:xfrm>
            <a:off x="3230118" y="1604772"/>
            <a:ext cx="277291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28016" tIns="91440" rIns="128016" bIns="73152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收入完成率</a:t>
            </a:r>
          </a:p>
          <a:p>
            <a:pPr algn="l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28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73.1</a:t>
            </a:r>
            <a:r>
              <a:rPr lang="zh-CN" altLang="en-US" sz="28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%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时序进度 75%  </a:t>
            </a:r>
            <a:r>
              <a:rPr lang="zh-CN" altLang="en-US" sz="11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−1.9pp</a:t>
            </a:r>
          </a:p>
        </p:txBody>
      </p:sp>
      <p:sp>
        <p:nvSpPr>
          <p:cNvPr id="8" name="Rectangle 7"/>
          <p:cNvSpPr/>
          <p:nvPr/>
        </p:nvSpPr>
        <p:spPr>
          <a:xfrm>
            <a:off x="6185916" y="1604772"/>
            <a:ext cx="277291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28016" tIns="91440" rIns="128016" bIns="73152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移动用户</a:t>
            </a:r>
          </a:p>
          <a:p>
            <a:pPr algn="l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512.3</a:t>
            </a:r>
            <a:r>
              <a:rPr lang="zh-CN" altLang="en-US" sz="12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 万户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较年初 </a:t>
            </a:r>
            <a:r>
              <a:rPr lang="zh-CN" altLang="en-US" sz="11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+2.5%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1714" y="1604772"/>
            <a:ext cx="2772918" cy="1143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28016" tIns="91440" rIns="128016" bIns="73152">
            <a:noAutofit/>
          </a:bodyPr>
          <a:lstStyle/>
          <a:p>
            <a:pPr algn="l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1200" b="1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宽带渗透率</a:t>
            </a:r>
          </a:p>
          <a:p>
            <a:pPr algn="l" marL="0" indent="0">
              <a:lnSpc>
                <a:spcPct val="100000"/>
              </a:lnSpc>
              <a:spcAft>
                <a:spcPts val="200"/>
              </a:spcAft>
              <a:buNone/>
            </a:pPr>
            <a:r>
              <a:rPr lang="zh-CN" altLang="en-US"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41.2</a:t>
            </a:r>
            <a:r>
              <a:rPr lang="zh-CN" altLang="en-US" sz="2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%</a:t>
            </a:r>
          </a:p>
          <a:p>
            <a:pPr algn="l" marL="0" indent="0">
              <a:lnSpc>
                <a:spcPct val="100000"/>
              </a:lnSpc>
              <a:buNone/>
            </a:pPr>
            <a:r>
              <a:rPr lang="zh-CN" altLang="en-US" sz="1100" b="0">
                <a:solidFill>
                  <a:srgbClr val="595959"/>
                </a:solidFill>
                <a:latin typeface="微软雅黑"/>
                <a:ea typeface="微软雅黑"/>
                <a:cs typeface="微软雅黑"/>
              </a:rPr>
              <a:t>较年初 </a:t>
            </a:r>
            <a:r>
              <a:rPr lang="zh-CN" altLang="en-US" sz="11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−1.3pp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976372"/>
            <a:ext cx="6792163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月度收入（亿元）</a:t>
            </a:r>
            <a:endParaRPr sz="1500"/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74320" y="3342132"/>
          <a:ext cx="6792163" cy="2921508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86523" y="2976372"/>
            <a:ext cx="4528109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关键发现</a:t>
            </a:r>
            <a:endParaRPr sz="1500"/>
          </a:p>
        </p:txBody>
      </p:sp>
      <p:sp>
        <p:nvSpPr>
          <p:cNvPr id="13" name="TextBox 12"/>
          <p:cNvSpPr txBox="1"/>
          <p:nvPr/>
        </p:nvSpPr>
        <p:spPr>
          <a:xfrm>
            <a:off x="7386523" y="3387852"/>
            <a:ext cx="4528109" cy="2875788"/>
          </a:xfrm>
          <a:prstGeom prst="rect">
            <a:avLst/>
          </a:prstGeom>
          <a:noFill/>
        </p:spPr>
        <p:txBody>
          <a:bodyPr wrap="square" lIns="45720" tIns="27432" rIns="45720" bIns="27432" anchor="t">
            <a:noAutofit/>
          </a:bodyPr>
          <a:lstStyle/>
          <a:p>
            <a:pPr algn="l" marL="201168" indent="-201168">
              <a:lnSpc>
                <a:spcPct val="125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单月创新高：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9月收入4.48亿元，环比</a:t>
            </a:r>
            <a:r>
              <a:rPr lang="zh-CN" altLang="en-US"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+1.8%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，为年内单月最高水平</a:t>
            </a:r>
            <a:endParaRPr sz="1400"/>
          </a:p>
          <a:p>
            <a:pPr algn="l" marL="201168" indent="-201168">
              <a:lnSpc>
                <a:spcPct val="125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增速领先：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累计同比</a:t>
            </a:r>
            <a:r>
              <a:rPr lang="zh-CN" altLang="en-US"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+4.8%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，高于全省3.9%，领先</a:t>
            </a:r>
            <a:r>
              <a:rPr lang="zh-CN" altLang="en-US" sz="14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+0.9pp</a:t>
            </a:r>
            <a:endParaRPr sz="1400"/>
          </a:p>
          <a:p>
            <a:pPr algn="l" marL="201168" indent="-201168">
              <a:lnSpc>
                <a:spcPct val="125000"/>
              </a:lnSpc>
              <a:spcAft>
                <a:spcPts val="400"/>
              </a:spcAft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进度落后：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完成率73.1%，落后时序</a:t>
            </a:r>
            <a:r>
              <a:rPr lang="zh-CN" altLang="en-US" sz="14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−1.9pp</a:t>
            </a: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；完成全年目标52.83亿元，四季度月均需4.74亿元，较前三季度月均</a:t>
            </a: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+10.4%</a:t>
            </a:r>
            <a:endParaRPr sz="1400"/>
          </a:p>
        </p:txBody>
      </p:sp>
      <p:sp>
        <p:nvSpPr>
          <p:cNvPr id="14" name="TextBox 13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数据来源：经分系统（示例数据）；统计口径：2025年1-9月累计，收入为不含税出账收入</a:t>
            </a:r>
            <a:endParaRPr sz="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一、经营概览：区县分化明显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800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800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仅A区跑赢时序进度；E县、F县完成率分别落后</a:t>
            </a:r>
            <a:r>
              <a:rPr lang="zh-CN" altLang="en-US" sz="15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−3.1pp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zh-CN" altLang="en-US" sz="15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−5.9pp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，E县渗透率降幅全市最大（</a:t>
            </a:r>
            <a:r>
              <a:rPr lang="zh-CN" altLang="en-US" sz="15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−2.3pp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），两县是追赶重点</a:t>
            </a:r>
            <a:endParaRPr sz="15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04772"/>
          <a:ext cx="7924190" cy="465886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17514"/>
                <a:gridCol w="1320698"/>
                <a:gridCol w="1015922"/>
                <a:gridCol w="1015922"/>
                <a:gridCol w="1219106"/>
                <a:gridCol w="1219106"/>
                <a:gridCol w="1015922"/>
              </a:tblGrid>
              <a:tr h="582358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区县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收入（亿元）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同比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完成率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较时序进度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宽带渗透率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较年初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58235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A区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9.85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+7.8%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75.2%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+0.2pp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46.8%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−0.4pp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35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B区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7.62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+6.6%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74.7%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−0.3pp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43.5%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−0.6pp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8235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C区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6.48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+4.9%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72.4%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−2.6pp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40.9%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−1.7pp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35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D县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5.37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+3.7%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72.6%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−2.4pp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38.2%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−1.6pp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8235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E县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4.96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+2.9%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71.9%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−3.1pp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37.6%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−2.3pp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235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F县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4.34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−0.7%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69.1%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−5.9pp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−1.7pp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58235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全市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38.62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C000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+4.8%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73.1%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−1.9pp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41.2%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00865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−1.3pp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18550" y="1604772"/>
            <a:ext cx="3396082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对标结论</a:t>
            </a:r>
            <a:endParaRPr sz="1500"/>
          </a:p>
        </p:txBody>
      </p:sp>
      <p:sp>
        <p:nvSpPr>
          <p:cNvPr id="8" name="Rectangle 7"/>
          <p:cNvSpPr/>
          <p:nvPr/>
        </p:nvSpPr>
        <p:spPr>
          <a:xfrm>
            <a:off x="8518550" y="2043684"/>
            <a:ext cx="3396082" cy="1296924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领跑：A区</a:t>
            </a:r>
            <a:endParaRPr sz="1300"/>
          </a:p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收入同比</a:t>
            </a:r>
            <a:r>
              <a:rPr lang="zh-CN" altLang="en-US" sz="13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+7.8%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，唯一跑赢时序的区县，可复制其存量经营做法</a:t>
            </a:r>
            <a:endParaRPr sz="1300"/>
          </a:p>
        </p:txBody>
      </p:sp>
      <p:sp>
        <p:nvSpPr>
          <p:cNvPr id="9" name="Rectangle 8"/>
          <p:cNvSpPr/>
          <p:nvPr/>
        </p:nvSpPr>
        <p:spPr>
          <a:xfrm>
            <a:off x="8518550" y="3505200"/>
            <a:ext cx="3396082" cy="12969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追赶：E县、F县</a:t>
            </a:r>
            <a:endParaRPr sz="1300"/>
          </a:p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完成率落后时序3pp以上，渗透率降幅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−2.3pp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−1.7pp</a:t>
            </a:r>
            <a:endParaRPr sz="1300"/>
          </a:p>
        </p:txBody>
      </p:sp>
      <p:sp>
        <p:nvSpPr>
          <p:cNvPr id="10" name="Rectangle 9"/>
          <p:cNvSpPr/>
          <p:nvPr/>
        </p:nvSpPr>
        <p:spPr>
          <a:xfrm>
            <a:off x="8518550" y="4966716"/>
            <a:ext cx="3396082" cy="12969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关注：C区</a:t>
            </a:r>
            <a:endParaRPr sz="1300"/>
          </a:p>
          <a:p>
            <a:pPr algn="l" marL="0" indent="0">
              <a:lnSpc>
                <a:spcPct val="130000"/>
              </a:lnSpc>
              <a:buNone/>
            </a:pP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收入体量第三，但渗透率较年初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−1.7pp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，降幅高于全市</a:t>
            </a:r>
            <a:endParaRPr sz="1300"/>
          </a:p>
        </p:txBody>
      </p:sp>
      <p:sp>
        <p:nvSpPr>
          <p:cNvPr id="11" name="TextBox 10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数据来源：经分系统（示例数据）；统计口径：2025年1-9月累计，收入为不含税出账收入；时序进度按9/12计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28155" y="1937614"/>
            <a:ext cx="788213" cy="640080"/>
          </a:xfrm>
          <a:prstGeom prst="rect">
            <a:avLst/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</a:t>
            </a:r>
            <a:endParaRPr sz="2800"/>
          </a:p>
        </p:txBody>
      </p:sp>
      <p:sp>
        <p:nvSpPr>
          <p:cNvPr id="3" name="Pentagon 2"/>
          <p:cNvSpPr/>
          <p:nvPr/>
        </p:nvSpPr>
        <p:spPr>
          <a:xfrm>
            <a:off x="7966253" y="1937614"/>
            <a:ext cx="3447288" cy="640080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经营概览</a:t>
            </a:r>
            <a:endParaRPr sz="2800"/>
          </a:p>
        </p:txBody>
      </p:sp>
      <p:sp>
        <p:nvSpPr>
          <p:cNvPr id="4" name="Rectangle 3"/>
          <p:cNvSpPr/>
          <p:nvPr/>
        </p:nvSpPr>
        <p:spPr>
          <a:xfrm>
            <a:off x="6728155" y="3086100"/>
            <a:ext cx="788213" cy="640080"/>
          </a:xfrm>
          <a:prstGeom prst="rect">
            <a:avLst/>
          </a:prstGeom>
          <a:solidFill>
            <a:srgbClr val="C00000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</a:t>
            </a:r>
            <a:endParaRPr sz="2800"/>
          </a:p>
        </p:txBody>
      </p:sp>
      <p:sp>
        <p:nvSpPr>
          <p:cNvPr id="5" name="Pentagon 4"/>
          <p:cNvSpPr/>
          <p:nvPr/>
        </p:nvSpPr>
        <p:spPr>
          <a:xfrm>
            <a:off x="7966253" y="3086100"/>
            <a:ext cx="3447288" cy="640080"/>
          </a:xfrm>
          <a:prstGeom prst="homePlate">
            <a:avLst>
              <a:gd name="adj" fmla="val 300"/>
            </a:avLst>
          </a:prstGeom>
          <a:solidFill>
            <a:srgbClr val="C00000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问题诊断</a:t>
            </a:r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6728155" y="4234586"/>
            <a:ext cx="788213" cy="640080"/>
          </a:xfrm>
          <a:prstGeom prst="rect">
            <a:avLst/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</a:t>
            </a:r>
            <a:endParaRPr sz="2800"/>
          </a:p>
        </p:txBody>
      </p:sp>
      <p:sp>
        <p:nvSpPr>
          <p:cNvPr id="7" name="Pentagon 6"/>
          <p:cNvSpPr/>
          <p:nvPr/>
        </p:nvSpPr>
        <p:spPr>
          <a:xfrm>
            <a:off x="7966253" y="4234586"/>
            <a:ext cx="3447288" cy="640080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下一步举措</a:t>
            </a:r>
            <a:endParaRPr sz="2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二、问题诊断：拆机上升是渗透率下滑的首因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800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800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宽带渗透率较年初</a:t>
            </a:r>
            <a:r>
              <a:rPr lang="zh-CN" altLang="en-US" sz="15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−1.3pp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，拆机上升是首要原因（贡献</a:t>
            </a:r>
            <a:r>
              <a:rPr lang="zh-CN" altLang="en-US" sz="15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−0.6pp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），应优先抓存量维系</a:t>
            </a:r>
            <a:endParaRPr sz="1500"/>
          </a:p>
        </p:txBody>
      </p:sp>
      <p:sp>
        <p:nvSpPr>
          <p:cNvPr id="6" name="Rectangle 5"/>
          <p:cNvSpPr/>
          <p:nvPr/>
        </p:nvSpPr>
        <p:spPr>
          <a:xfrm>
            <a:off x="274320" y="5806440"/>
            <a:ext cx="11640312" cy="457200"/>
          </a:xfrm>
          <a:prstGeom prst="rect">
            <a:avLst/>
          </a:prstGeom>
          <a:solidFill>
            <a:srgbClr val="F1EBE9"/>
          </a:solidFill>
          <a:ln>
            <a:noFill/>
          </a:ln>
        </p:spPr>
        <p:txBody>
          <a:bodyPr rtlCol="0" anchor="ctr" wrap="square" lIns="137160" tIns="73152" rIns="137160" bIns="73152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启示：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拆机贡献超过新装不足，四季度资源应向合约到期用户续约、装维质量提升倾斜，同时补齐C区、E县新建小区覆盖</a:t>
            </a:r>
            <a:endParaRPr sz="1300"/>
          </a:p>
        </p:txBody>
      </p:sp>
      <p:sp>
        <p:nvSpPr>
          <p:cNvPr id="7" name="Rectangle 6"/>
          <p:cNvSpPr/>
          <p:nvPr/>
        </p:nvSpPr>
        <p:spPr>
          <a:xfrm>
            <a:off x="274320" y="1604772"/>
            <a:ext cx="2349485" cy="3657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</a:t>
            </a:r>
            <a:endParaRPr sz="1200"/>
          </a:p>
        </p:txBody>
      </p:sp>
      <p:sp>
        <p:nvSpPr>
          <p:cNvPr id="8" name="Rectangle 7"/>
          <p:cNvSpPr/>
          <p:nvPr/>
        </p:nvSpPr>
        <p:spPr>
          <a:xfrm>
            <a:off x="3081005" y="1604772"/>
            <a:ext cx="3064546" cy="3657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原因拆解（贡献度）</a:t>
            </a: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6602752" y="1604772"/>
            <a:ext cx="5311880" cy="36576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txBody>
          <a:bodyPr rtlCol="0" anchor="ctr" wrap="square" lIns="54864" tIns="32918" rIns="54864" bIns="32918">
            <a:noAutofit/>
          </a:bodyPr>
          <a:lstStyle/>
          <a:p>
            <a:pPr algn="ctr" marL="0" indent="0">
              <a:lnSpc>
                <a:spcPct val="115000"/>
              </a:lnSpc>
              <a:buNone/>
            </a:pPr>
            <a:r>
              <a:rPr lang="zh-CN" altLang="en-US"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数据证据</a:t>
            </a:r>
            <a:endParaRPr sz="1200"/>
          </a:p>
        </p:txBody>
      </p:sp>
      <p:sp>
        <p:nvSpPr>
          <p:cNvPr id="10" name="Rectangle 9"/>
          <p:cNvSpPr/>
          <p:nvPr/>
        </p:nvSpPr>
        <p:spPr>
          <a:xfrm>
            <a:off x="274320" y="2996946"/>
            <a:ext cx="2349485" cy="1737360"/>
          </a:xfrm>
          <a:prstGeom prst="rect">
            <a:avLst/>
          </a:prstGeom>
          <a:solidFill>
            <a:srgbClr val="FBE9E9"/>
          </a:solidFill>
          <a:ln>
            <a:noFill/>
          </a:ln>
        </p:spPr>
        <p:txBody>
          <a:bodyPr rtlCol="0" anchor="ctr" wrap="square" lIns="109728" tIns="65837" rIns="109728" bIns="65837">
            <a:noAutofit/>
          </a:bodyPr>
          <a:lstStyle/>
          <a:p>
            <a:pPr algn="ctr" marL="0" indent="0">
              <a:lnSpc>
                <a:spcPct val="125000"/>
              </a:lnSpc>
              <a:buNone/>
            </a:pPr>
            <a:r>
              <a:rPr lang="zh-CN" altLang="en-US" sz="14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宽带渗透率下滑</a:t>
            </a:r>
            <a:endParaRPr sz="1400"/>
          </a:p>
          <a:p>
            <a:pPr algn="ctr" marL="0" indent="0">
              <a:lnSpc>
                <a:spcPct val="125000"/>
              </a:lnSpc>
              <a:buNone/>
            </a:pP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/>
            </a:r>
            <a:endParaRPr sz="1400"/>
          </a:p>
          <a:p>
            <a:pPr algn="ctr" marL="0" indent="0">
              <a:lnSpc>
                <a:spcPct val="125000"/>
              </a:lnSpc>
              <a:buNone/>
            </a:pP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9月 41.2%</a:t>
            </a:r>
            <a:endParaRPr sz="1400"/>
          </a:p>
          <a:p>
            <a:pPr algn="ctr" marL="0" indent="0">
              <a:lnSpc>
                <a:spcPct val="125000"/>
              </a:lnSpc>
              <a:buNone/>
            </a:pPr>
            <a:r>
              <a:rPr lang="zh-CN" altLang="en-US" sz="14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较年初 </a:t>
            </a:r>
            <a:r>
              <a:rPr lang="zh-CN" altLang="en-US" sz="14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−1.3pp</a:t>
            </a:r>
            <a:endParaRPr sz="1400"/>
          </a:p>
        </p:txBody>
      </p:sp>
      <p:sp>
        <p:nvSpPr>
          <p:cNvPr id="11" name="Rectangle 10"/>
          <p:cNvSpPr/>
          <p:nvPr/>
        </p:nvSpPr>
        <p:spPr>
          <a:xfrm>
            <a:off x="3081005" y="2107692"/>
            <a:ext cx="3064546" cy="10805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新装不足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−0.5pp</a:t>
            </a:r>
            <a:endParaRPr sz="1300"/>
          </a:p>
        </p:txBody>
      </p:sp>
      <p:sp>
        <p:nvSpPr>
          <p:cNvPr id="12" name="Rectangle 11"/>
          <p:cNvSpPr/>
          <p:nvPr/>
        </p:nvSpPr>
        <p:spPr>
          <a:xfrm>
            <a:off x="6602752" y="2107692"/>
            <a:ext cx="5311880" cy="1080516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月均新装</a:t>
            </a: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1.82万户</a:t>
            </a: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，同比</a:t>
            </a:r>
            <a:r>
              <a:rPr lang="zh-CN" altLang="en-US" sz="12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−15.3%</a:t>
            </a: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；新建小区覆盖率仅62%</a:t>
            </a:r>
            <a:endParaRPr sz="1200"/>
          </a:p>
        </p:txBody>
      </p:sp>
      <p:cxnSp>
        <p:nvCxnSpPr>
          <p:cNvPr id="13" name="Connector 12"/>
          <p:cNvCxnSpPr/>
          <p:nvPr/>
        </p:nvCxnSpPr>
        <p:spPr>
          <a:xfrm flipV="1">
            <a:off x="2623805" y="2647950"/>
            <a:ext cx="457200" cy="1217676"/>
          </a:xfrm>
          <a:prstGeom prst="line">
            <a:avLst/>
          </a:prstGeom>
          <a:ln w="12700">
            <a:solidFill>
              <a:srgbClr val="A6A6A6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6145552" y="2647950"/>
            <a:ext cx="457200" cy="0"/>
          </a:xfrm>
          <a:prstGeom prst="line">
            <a:avLst/>
          </a:prstGeom>
          <a:ln w="12700">
            <a:solidFill>
              <a:srgbClr val="A6A6A6"/>
            </a:solidFill>
            <a:tailEnd type="triangle" w="med" len="med"/>
          </a:ln>
        </p:spPr>
      </p:cxnSp>
      <p:sp>
        <p:nvSpPr>
          <p:cNvPr id="15" name="Rectangle 14"/>
          <p:cNvSpPr/>
          <p:nvPr/>
        </p:nvSpPr>
        <p:spPr>
          <a:xfrm>
            <a:off x="3081005" y="3325368"/>
            <a:ext cx="3064546" cy="1080516"/>
          </a:xfrm>
          <a:prstGeom prst="rect">
            <a:avLst/>
          </a:prstGeom>
          <a:solidFill>
            <a:srgbClr val="FBE9E9"/>
          </a:solidFill>
          <a:ln w="9525">
            <a:solidFill>
              <a:srgbClr val="C00000"/>
            </a:solidFill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拆机上升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−0.6pp</a:t>
            </a:r>
            <a:endParaRPr sz="1300"/>
          </a:p>
        </p:txBody>
      </p:sp>
      <p:sp>
        <p:nvSpPr>
          <p:cNvPr id="16" name="Rectangle 15"/>
          <p:cNvSpPr/>
          <p:nvPr/>
        </p:nvSpPr>
        <p:spPr>
          <a:xfrm>
            <a:off x="6602752" y="3325368"/>
            <a:ext cx="5311880" cy="1080516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月均拆机</a:t>
            </a: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1.64万户</a:t>
            </a: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，同比</a:t>
            </a:r>
            <a:r>
              <a:rPr lang="zh-CN" altLang="en-US" sz="12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+18.8%</a:t>
            </a: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；合约到期用户拆机占58%</a:t>
            </a:r>
            <a:endParaRPr sz="1200"/>
          </a:p>
        </p:txBody>
      </p:sp>
      <p:cxnSp>
        <p:nvCxnSpPr>
          <p:cNvPr id="17" name="Connector 16"/>
          <p:cNvCxnSpPr/>
          <p:nvPr/>
        </p:nvCxnSpPr>
        <p:spPr>
          <a:xfrm>
            <a:off x="2623805" y="3865626"/>
            <a:ext cx="457200" cy="0"/>
          </a:xfrm>
          <a:prstGeom prst="line">
            <a:avLst/>
          </a:prstGeom>
          <a:ln w="12700">
            <a:solidFill>
              <a:srgbClr val="A6A6A6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6145552" y="3865626"/>
            <a:ext cx="457200" cy="0"/>
          </a:xfrm>
          <a:prstGeom prst="line">
            <a:avLst/>
          </a:prstGeom>
          <a:ln w="12700">
            <a:solidFill>
              <a:srgbClr val="A6A6A6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3081005" y="4543044"/>
            <a:ext cx="3064546" cy="1080516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3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住户基数扩大</a:t>
            </a:r>
            <a:r>
              <a:rPr lang="zh-CN" altLang="en-US" sz="13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　</a:t>
            </a:r>
            <a:r>
              <a:rPr lang="zh-CN" altLang="en-US" sz="1300" b="1">
                <a:solidFill>
                  <a:srgbClr val="008650"/>
                </a:solidFill>
                <a:latin typeface="微软雅黑"/>
                <a:ea typeface="微软雅黑"/>
                <a:cs typeface="微软雅黑"/>
              </a:rPr>
              <a:t>−0.2pp</a:t>
            </a:r>
            <a:endParaRPr sz="1300"/>
          </a:p>
        </p:txBody>
      </p:sp>
      <p:sp>
        <p:nvSpPr>
          <p:cNvPr id="20" name="Rectangle 19"/>
          <p:cNvSpPr/>
          <p:nvPr/>
        </p:nvSpPr>
        <p:spPr>
          <a:xfrm>
            <a:off x="6602752" y="4543044"/>
            <a:ext cx="5311880" cy="1080516"/>
          </a:xfrm>
          <a:prstGeom prst="rect">
            <a:avLst/>
          </a:prstGeom>
          <a:noFill/>
          <a:ln w="9525">
            <a:solidFill>
              <a:srgbClr val="D9D9D9"/>
            </a:solidFill>
          </a:ln>
        </p:spPr>
        <p:txBody>
          <a:bodyPr rtlCol="0" anchor="ctr" wrap="square" lIns="137160" tIns="82296" rIns="137160" bIns="82296">
            <a:noAutofit/>
          </a:bodyPr>
          <a:lstStyle/>
          <a:p>
            <a:pPr algn="l" marL="0" indent="0">
              <a:lnSpc>
                <a:spcPct val="125000"/>
              </a:lnSpc>
              <a:buNone/>
            </a:pP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新增住户</a:t>
            </a:r>
            <a:r>
              <a:rPr lang="zh-CN" altLang="en-US" sz="12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3.6万户</a:t>
            </a:r>
            <a:r>
              <a:rPr lang="zh-CN" altLang="en-US" sz="1200" b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，主要集中在C区、E县新建小区，资源覆盖滞后</a:t>
            </a:r>
            <a:endParaRPr sz="1200"/>
          </a:p>
        </p:txBody>
      </p:sp>
      <p:cxnSp>
        <p:nvCxnSpPr>
          <p:cNvPr id="21" name="Connector 20"/>
          <p:cNvCxnSpPr/>
          <p:nvPr/>
        </p:nvCxnSpPr>
        <p:spPr>
          <a:xfrm>
            <a:off x="2623805" y="3865626"/>
            <a:ext cx="457200" cy="1217676"/>
          </a:xfrm>
          <a:prstGeom prst="line">
            <a:avLst/>
          </a:prstGeom>
          <a:ln w="12700">
            <a:solidFill>
              <a:srgbClr val="A6A6A6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6145552" y="5083302"/>
            <a:ext cx="457200" cy="0"/>
          </a:xfrm>
          <a:prstGeom prst="line">
            <a:avLst/>
          </a:prstGeom>
          <a:ln w="12700">
            <a:solidFill>
              <a:srgbClr val="A6A6A6"/>
            </a:solidFill>
            <a:tailEnd type="triangle" w="med" len="med"/>
          </a:ln>
        </p:spPr>
      </p:cxnSp>
      <p:sp>
        <p:nvSpPr>
          <p:cNvPr id="23" name="TextBox 22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数据来源：宽带运营系统（示例数据）；渗透率=宽带在网用户/住户数，归因按因素分解法测算</a:t>
            </a:r>
            <a:endParaRPr sz="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728155" y="1937614"/>
            <a:ext cx="788213" cy="640080"/>
          </a:xfrm>
          <a:prstGeom prst="rect">
            <a:avLst/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</a:t>
            </a:r>
            <a:endParaRPr sz="2800"/>
          </a:p>
        </p:txBody>
      </p:sp>
      <p:sp>
        <p:nvSpPr>
          <p:cNvPr id="3" name="Pentagon 2"/>
          <p:cNvSpPr/>
          <p:nvPr/>
        </p:nvSpPr>
        <p:spPr>
          <a:xfrm>
            <a:off x="7966253" y="1937614"/>
            <a:ext cx="3447288" cy="640080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经营概览</a:t>
            </a:r>
            <a:endParaRPr sz="2800"/>
          </a:p>
        </p:txBody>
      </p:sp>
      <p:sp>
        <p:nvSpPr>
          <p:cNvPr id="4" name="Rectangle 3"/>
          <p:cNvSpPr/>
          <p:nvPr/>
        </p:nvSpPr>
        <p:spPr>
          <a:xfrm>
            <a:off x="6728155" y="3086100"/>
            <a:ext cx="788213" cy="640080"/>
          </a:xfrm>
          <a:prstGeom prst="rect">
            <a:avLst/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</a:t>
            </a:r>
            <a:endParaRPr sz="2800"/>
          </a:p>
        </p:txBody>
      </p:sp>
      <p:sp>
        <p:nvSpPr>
          <p:cNvPr id="5" name="Pentagon 4"/>
          <p:cNvSpPr/>
          <p:nvPr/>
        </p:nvSpPr>
        <p:spPr>
          <a:xfrm>
            <a:off x="7966253" y="3086100"/>
            <a:ext cx="3447288" cy="640080"/>
          </a:xfrm>
          <a:prstGeom prst="homePlate">
            <a:avLst>
              <a:gd name="adj" fmla="val 300"/>
            </a:avLst>
          </a:prstGeom>
          <a:solidFill>
            <a:srgbClr val="A6A6A6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问题诊断</a:t>
            </a:r>
            <a:endParaRPr sz="2800"/>
          </a:p>
        </p:txBody>
      </p:sp>
      <p:sp>
        <p:nvSpPr>
          <p:cNvPr id="6" name="Rectangle 5"/>
          <p:cNvSpPr/>
          <p:nvPr/>
        </p:nvSpPr>
        <p:spPr>
          <a:xfrm>
            <a:off x="6728155" y="4234586"/>
            <a:ext cx="788213" cy="640080"/>
          </a:xfrm>
          <a:prstGeom prst="rect">
            <a:avLst/>
          </a:prstGeom>
          <a:solidFill>
            <a:srgbClr val="C00000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</a:t>
            </a:r>
            <a:endParaRPr sz="2800"/>
          </a:p>
        </p:txBody>
      </p:sp>
      <p:sp>
        <p:nvSpPr>
          <p:cNvPr id="7" name="Pentagon 6"/>
          <p:cNvSpPr/>
          <p:nvPr/>
        </p:nvSpPr>
        <p:spPr>
          <a:xfrm>
            <a:off x="7966253" y="4234586"/>
            <a:ext cx="3447288" cy="640080"/>
          </a:xfrm>
          <a:prstGeom prst="homePlate">
            <a:avLst>
              <a:gd name="adj" fmla="val 300"/>
            </a:avLst>
          </a:prstGeom>
          <a:solidFill>
            <a:srgbClr val="C00000"/>
          </a:solidFill>
          <a:ln w="12700">
            <a:solidFill>
              <a:srgbClr val="F4B9C0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rtlCol="0" anchor="ctr" wrap="none" lIns="45720" tIns="27432" rIns="45720" bIns="27432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2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下一步举措</a:t>
            </a:r>
            <a:endParaRPr sz="2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6888" y="173736"/>
            <a:ext cx="9966960" cy="603504"/>
          </a:xfrm>
          <a:prstGeom prst="rect">
            <a:avLst/>
          </a:prstGeom>
          <a:noFill/>
        </p:spPr>
        <p:txBody>
          <a:bodyPr wrap="square" tIns="27432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三、下一步举措：保存量、补短板、促追赶</a:t>
            </a:r>
            <a:endParaRPr sz="3000"/>
          </a:p>
        </p:txBody>
      </p:sp>
      <p:sp>
        <p:nvSpPr>
          <p:cNvPr id="3" name="Rectangle 2"/>
          <p:cNvSpPr/>
          <p:nvPr/>
        </p:nvSpPr>
        <p:spPr>
          <a:xfrm>
            <a:off x="274320" y="960120"/>
            <a:ext cx="11640312" cy="4800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960120"/>
            <a:ext cx="64008" cy="48006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rtlCol="0" anchor="t" wrap="square" lIns="73152" tIns="43891" rIns="73152" bIns="43891">
            <a:noAutofit/>
          </a:bodyPr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60120"/>
            <a:ext cx="11530584" cy="480060"/>
          </a:xfrm>
          <a:prstGeom prst="rect">
            <a:avLst/>
          </a:prstGeom>
          <a:noFill/>
        </p:spPr>
        <p:txBody>
          <a:bodyPr wrap="square" lIns="109728" tIns="73152" rIns="109728" bIns="73152" anchor="ctr">
            <a:noAutofit/>
          </a:bodyPr>
          <a:lstStyle/>
          <a:p>
            <a:pPr algn="l" marL="0" indent="0">
              <a:lnSpc>
                <a:spcPct val="120000"/>
              </a:lnSpc>
              <a:buNone/>
            </a:pP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围绕「保存量、补短板、促追赶」三条主线并强化保障，力争年底完成率达100%、渗透率止跌回升至</a:t>
            </a:r>
            <a:r>
              <a:rPr lang="zh-CN" altLang="en-US" sz="1500" b="1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41.5%</a:t>
            </a:r>
            <a:endParaRPr sz="150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604772"/>
          <a:ext cx="11640312" cy="320040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164031"/>
                <a:gridCol w="4444483"/>
                <a:gridCol w="2962989"/>
                <a:gridCol w="1798957"/>
                <a:gridCol w="1269852"/>
              </a:tblGrid>
              <a:tr h="640080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主线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关键举措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量化目标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牵头部门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完成时间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C00000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保存量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合约到期用户提前90天续约；装维质量专项整治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月均拆机降至</a:t>
                      </a: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1.40万户</a:t>
                      </a: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以下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市场部、网络部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11月底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补短板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C区、E县新建小区资源覆盖攻坚，同步驻点营销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新建小区覆盖率提升至</a:t>
                      </a: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85%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网络部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12月底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促追赶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E县、F县「一县一策」，A区存量经营经验复制推广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两县完成率追平时序进度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市场部、各区县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12月底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强保障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周通报、月复盘；四季度激励向存量维系倾斜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收入月均达</a:t>
                      </a:r>
                      <a:r>
                        <a:rPr lang="zh-CN" altLang="en-US" sz="1300" b="1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4.74亿元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综合部、财务部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marL="0" indent="0">
                        <a:lnSpc>
                          <a:spcPct val="100000"/>
                        </a:lnSpc>
                        <a:buNone/>
                      </a:pPr>
                      <a:r>
                        <a:rPr lang="zh-CN" altLang="en-US" sz="1300" b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持续</a:t>
                      </a:r>
                      <a:endParaRPr sz="1300"/>
                    </a:p>
                  </a:txBody>
                  <a:tcPr marL="54864" marR="54864" marT="22860" marB="22860" anchor="ctr">
                    <a:lnL w="9525" cap="flat" cmpd="sng" algn="ctr">
                      <a:solidFill>
                        <a:srgbClr val="D9D9D9"/>
                      </a:solidFill>
                      <a:prstDash val="soli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079492"/>
            <a:ext cx="11640312" cy="33909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201168" indent="-201168">
              <a:lnSpc>
                <a:spcPct val="115000"/>
              </a:lnSpc>
              <a:buClr>
                <a:srgbClr val="C00000"/>
              </a:buClr>
              <a:buSzPct val="100000"/>
              <a:buFont typeface="Wingdings" pitchFamily="2" charset="2"/>
              <a:buChar char="p"/>
            </a:pPr>
            <a:r>
              <a:rPr lang="zh-CN" altLang="en-US" sz="15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推进节奏</a:t>
            </a:r>
            <a:endParaRPr sz="1500"/>
          </a:p>
        </p:txBody>
      </p:sp>
      <p:sp>
        <p:nvSpPr>
          <p:cNvPr id="8" name="Pentagon 7"/>
          <p:cNvSpPr/>
          <p:nvPr/>
        </p:nvSpPr>
        <p:spPr>
          <a:xfrm>
            <a:off x="274320" y="5536692"/>
            <a:ext cx="3913784" cy="566928"/>
          </a:xfrm>
          <a:prstGeom prst="homePlate">
            <a:avLst>
              <a:gd name="adj" fmla="val 35000"/>
            </a:avLst>
          </a:prstGeom>
          <a:solidFill>
            <a:srgbClr val="C00000"/>
          </a:solidFill>
          <a:ln>
            <a:noFill/>
          </a:ln>
        </p:spPr>
        <p:txBody>
          <a:bodyPr rtlCol="0" anchor="ctr" wrap="square" lIns="54864" tIns="18288" rIns="54864" bIns="18288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10月：方案部署、目标分解到区县</a:t>
            </a:r>
            <a:endParaRPr sz="1400"/>
          </a:p>
        </p:txBody>
      </p:sp>
      <p:sp>
        <p:nvSpPr>
          <p:cNvPr id="9" name="Chevron 8"/>
          <p:cNvSpPr/>
          <p:nvPr/>
        </p:nvSpPr>
        <p:spPr>
          <a:xfrm>
            <a:off x="4044544" y="5536692"/>
            <a:ext cx="4099865" cy="566928"/>
          </a:xfrm>
          <a:prstGeom prst="chevron">
            <a:avLst>
              <a:gd name="adj" fmla="val 35000"/>
            </a:avLst>
          </a:prstGeom>
          <a:solidFill>
            <a:srgbClr val="C00000"/>
          </a:solidFill>
          <a:ln>
            <a:noFill/>
          </a:ln>
        </p:spPr>
        <p:txBody>
          <a:bodyPr rtlCol="0" anchor="ctr" wrap="square" lIns="54864" tIns="18288" rIns="54864" bIns="18288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11月：存量维系与覆盖攻坚冲刺</a:t>
            </a:r>
            <a:endParaRPr sz="1400"/>
          </a:p>
        </p:txBody>
      </p:sp>
      <p:sp>
        <p:nvSpPr>
          <p:cNvPr id="10" name="Chevron 9"/>
          <p:cNvSpPr/>
          <p:nvPr/>
        </p:nvSpPr>
        <p:spPr>
          <a:xfrm>
            <a:off x="8000848" y="5536692"/>
            <a:ext cx="3913784" cy="566928"/>
          </a:xfrm>
          <a:prstGeom prst="chevron">
            <a:avLst>
              <a:gd name="adj" fmla="val 35000"/>
            </a:avLst>
          </a:prstGeom>
          <a:solidFill>
            <a:srgbClr val="C00000"/>
          </a:solidFill>
          <a:ln>
            <a:noFill/>
          </a:ln>
        </p:spPr>
        <p:txBody>
          <a:bodyPr rtlCol="0" anchor="ctr" wrap="square" lIns="54864" tIns="18288" rIns="54864" bIns="18288">
            <a:noAutofit/>
          </a:bodyPr>
          <a:lstStyle/>
          <a:p>
            <a:pPr algn="ctr" marL="0" indent="0">
              <a:lnSpc>
                <a:spcPct val="100000"/>
              </a:lnSpc>
              <a:buNone/>
            </a:pPr>
            <a:r>
              <a:rPr lang="zh-CN" altLang="en-US"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12月：收官冲刺、全年复盘</a:t>
            </a:r>
            <a:endParaRPr sz="1400"/>
          </a:p>
        </p:txBody>
      </p:sp>
      <p:sp>
        <p:nvSpPr>
          <p:cNvPr id="11" name="TextBox 10"/>
          <p:cNvSpPr txBox="1"/>
          <p:nvPr/>
        </p:nvSpPr>
        <p:spPr>
          <a:xfrm>
            <a:off x="274320" y="6336792"/>
            <a:ext cx="10607040" cy="29260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noAutofit/>
          </a:bodyPr>
          <a:lstStyle/>
          <a:p>
            <a:pPr algn="l" marL="0" indent="0">
              <a:lnSpc>
                <a:spcPct val="115000"/>
              </a:lnSpc>
              <a:buNone/>
            </a:pPr>
            <a:r>
              <a:rPr lang="zh-CN" altLang="en-US" sz="900" b="0">
                <a:solidFill>
                  <a:srgbClr val="7F7F7F"/>
                </a:solidFill>
                <a:latin typeface="微软雅黑"/>
                <a:ea typeface="微软雅黑"/>
                <a:cs typeface="微软雅黑"/>
              </a:rPr>
              <a:t>注：目标值为示例，需与年度预算口径对齐后确认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ending.jpg"/>
          <p:cNvPicPr>
            <a:picLocks noChangeAspect="1"/>
          </p:cNvPicPr>
          <p:nvPr/>
        </p:nvPicPr>
        <p:blipFill>
          <a:blip r:embed="rId2"/>
          <a:srcRect t="4500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81.xml><?xml version="1.0" encoding="utf-8"?>
<p:tagLst xmlns:p="http://schemas.openxmlformats.org/presentationml/2006/main">
  <p:tag name="COMMONDATA" val="eyJoZGlkIjoiYTU2MDNhYzdlZWEzMGRjZTlhYjAzNTlhZWY2MzEzYj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</Words>
  <Application>WPS 表格</Application>
  <PresentationFormat>宽屏</PresentationFormat>
  <Paragraphs>52</Paragraphs>
  <Slides>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3" baseType="lpstr">
      <vt:lpstr>Arial</vt:lpstr>
      <vt:lpstr>宋体</vt:lpstr>
      <vt:lpstr>Wingdings</vt:lpstr>
      <vt:lpstr>Wingdings</vt:lpstr>
      <vt:lpstr>Times New Roman</vt:lpstr>
      <vt:lpstr>Arial Unicode MS</vt:lpstr>
      <vt:lpstr>Helvetica</vt:lpstr>
      <vt:lpstr>汉仪大黑简</vt:lpstr>
      <vt:lpstr>Calibri</vt:lpstr>
      <vt:lpstr>微软雅黑</vt:lpstr>
      <vt:lpstr>汉仪旗黑</vt:lpstr>
      <vt:lpstr>汉仪书宋二KW</vt:lpstr>
      <vt:lpstr>Helvetica Neue</vt:lpstr>
      <vt:lpstr>宋体</vt:lpstr>
      <vt:lpstr>微软雅黑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Ryan</cp:lastModifiedBy>
  <cp:revision>250</cp:revision>
  <dcterms:created xsi:type="dcterms:W3CDTF">2026-06-18T00:46:13Z</dcterms:created>
  <dcterms:modified xsi:type="dcterms:W3CDTF">2026-06-18T00:46:13Z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2052-12.1.25895.25895</vt:lpwstr>
  </property>
  <property fmtid="{D5CDD505-2E9C-101B-9397-08002B2CF9AE}" pid="3" name="ICV">
    <vt:lpwstr>E798FB432A994D6093629A526C2B1498</vt:lpwstr>
  </property>
</Properties>
</file>